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8" r:id="rId4"/>
    <p:sldId id="261" r:id="rId5"/>
    <p:sldId id="257" r:id="rId6"/>
    <p:sldId id="260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ECC9B0-9EE3-4D80-826E-B916C5ED84F4}" v="100" dt="2026-04-13T22:54:08.86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07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s Flores" userId="cbb745aa252d2737" providerId="LiveId" clId="{5B02DD72-2521-4955-B22A-9213A9536617}"/>
    <pc:docChg chg="undo redo custSel addSld delSld modSld">
      <pc:chgData name="Andres Flores" userId="cbb745aa252d2737" providerId="LiveId" clId="{5B02DD72-2521-4955-B22A-9213A9536617}" dt="2026-04-13T22:54:09.888" v="726" actId="21"/>
      <pc:docMkLst>
        <pc:docMk/>
      </pc:docMkLst>
      <pc:sldChg chg="addSp delSp modSp new mod">
        <pc:chgData name="Andres Flores" userId="cbb745aa252d2737" providerId="LiveId" clId="{5B02DD72-2521-4955-B22A-9213A9536617}" dt="2026-04-13T19:14:45.376" v="299" actId="1076"/>
        <pc:sldMkLst>
          <pc:docMk/>
          <pc:sldMk cId="1675423220" sldId="256"/>
        </pc:sldMkLst>
        <pc:spChg chg="add del mod">
          <ac:chgData name="Andres Flores" userId="cbb745aa252d2737" providerId="LiveId" clId="{5B02DD72-2521-4955-B22A-9213A9536617}" dt="2026-04-13T18:01:00.619" v="6" actId="478"/>
          <ac:spMkLst>
            <pc:docMk/>
            <pc:sldMk cId="1675423220" sldId="256"/>
            <ac:spMk id="2" creationId="{8E5E8642-1C23-FDEC-3EED-E457635DAE38}"/>
          </ac:spMkLst>
        </pc:spChg>
        <pc:spChg chg="add del mod">
          <ac:chgData name="Andres Flores" userId="cbb745aa252d2737" providerId="LiveId" clId="{5B02DD72-2521-4955-B22A-9213A9536617}" dt="2026-04-13T18:04:35.410" v="56" actId="478"/>
          <ac:spMkLst>
            <pc:docMk/>
            <pc:sldMk cId="1675423220" sldId="256"/>
            <ac:spMk id="3" creationId="{B3659173-2FF1-3CF6-A532-054DF5387C4E}"/>
          </ac:spMkLst>
        </pc:spChg>
        <pc:spChg chg="add del mod">
          <ac:chgData name="Andres Flores" userId="cbb745aa252d2737" providerId="LiveId" clId="{5B02DD72-2521-4955-B22A-9213A9536617}" dt="2026-04-13T18:04:36.532" v="58" actId="478"/>
          <ac:spMkLst>
            <pc:docMk/>
            <pc:sldMk cId="1675423220" sldId="256"/>
            <ac:spMk id="4" creationId="{9A6514DD-8B01-0EC6-0258-659FC9121E8A}"/>
          </ac:spMkLst>
        </pc:spChg>
        <pc:spChg chg="add del mod">
          <ac:chgData name="Andres Flores" userId="cbb745aa252d2737" providerId="LiveId" clId="{5B02DD72-2521-4955-B22A-9213A9536617}" dt="2026-04-13T18:02:11.183" v="27" actId="11529"/>
          <ac:spMkLst>
            <pc:docMk/>
            <pc:sldMk cId="1675423220" sldId="256"/>
            <ac:spMk id="5" creationId="{C5BF621A-E06F-1488-6C5D-3FF355031DD9}"/>
          </ac:spMkLst>
        </pc:spChg>
        <pc:spChg chg="add del mod">
          <ac:chgData name="Andres Flores" userId="cbb745aa252d2737" providerId="LiveId" clId="{5B02DD72-2521-4955-B22A-9213A9536617}" dt="2026-04-13T18:04:36.027" v="57" actId="478"/>
          <ac:spMkLst>
            <pc:docMk/>
            <pc:sldMk cId="1675423220" sldId="256"/>
            <ac:spMk id="6" creationId="{8C9F8412-5B13-57F0-6E87-F84B234B895E}"/>
          </ac:spMkLst>
        </pc:spChg>
        <pc:spChg chg="add del mod">
          <ac:chgData name="Andres Flores" userId="cbb745aa252d2737" providerId="LiveId" clId="{5B02DD72-2521-4955-B22A-9213A9536617}" dt="2026-04-13T18:03:22.641" v="43" actId="478"/>
          <ac:spMkLst>
            <pc:docMk/>
            <pc:sldMk cId="1675423220" sldId="256"/>
            <ac:spMk id="7" creationId="{A246D8C1-8613-723F-2E5F-E81D7AAAD450}"/>
          </ac:spMkLst>
        </pc:spChg>
        <pc:spChg chg="add del mod">
          <ac:chgData name="Andres Flores" userId="cbb745aa252d2737" providerId="LiveId" clId="{5B02DD72-2521-4955-B22A-9213A9536617}" dt="2026-04-13T18:04:34.623" v="55" actId="478"/>
          <ac:spMkLst>
            <pc:docMk/>
            <pc:sldMk cId="1675423220" sldId="256"/>
            <ac:spMk id="8" creationId="{59AC410F-A7CF-CE55-C49B-F971C71EF1F5}"/>
          </ac:spMkLst>
        </pc:spChg>
        <pc:spChg chg="add del mod">
          <ac:chgData name="Andres Flores" userId="cbb745aa252d2737" providerId="LiveId" clId="{5B02DD72-2521-4955-B22A-9213A9536617}" dt="2026-04-13T18:07:57.912" v="74"/>
          <ac:spMkLst>
            <pc:docMk/>
            <pc:sldMk cId="1675423220" sldId="256"/>
            <ac:spMk id="14" creationId="{55426F79-851B-541C-7B82-3E3B18E40741}"/>
          </ac:spMkLst>
        </pc:spChg>
        <pc:spChg chg="add del mod">
          <ac:chgData name="Andres Flores" userId="cbb745aa252d2737" providerId="LiveId" clId="{5B02DD72-2521-4955-B22A-9213A9536617}" dt="2026-04-13T18:07:57.912" v="74"/>
          <ac:spMkLst>
            <pc:docMk/>
            <pc:sldMk cId="1675423220" sldId="256"/>
            <ac:spMk id="15" creationId="{E55C726F-E7EB-458D-CBF3-0EFDB66EFFEC}"/>
          </ac:spMkLst>
        </pc:spChg>
        <pc:spChg chg="del mod ord">
          <ac:chgData name="Andres Flores" userId="cbb745aa252d2737" providerId="LiveId" clId="{5B02DD72-2521-4955-B22A-9213A9536617}" dt="2026-04-13T18:58:11.262" v="175"/>
          <ac:spMkLst>
            <pc:docMk/>
            <pc:sldMk cId="1675423220" sldId="256"/>
            <ac:spMk id="16" creationId="{62CD87EC-9034-6984-2AEC-BFB1A836D01C}"/>
          </ac:spMkLst>
        </pc:spChg>
        <pc:spChg chg="add del mod topLvl">
          <ac:chgData name="Andres Flores" userId="cbb745aa252d2737" providerId="LiveId" clId="{5B02DD72-2521-4955-B22A-9213A9536617}" dt="2026-04-13T19:13:55.660" v="286" actId="1076"/>
          <ac:spMkLst>
            <pc:docMk/>
            <pc:sldMk cId="1675423220" sldId="256"/>
            <ac:spMk id="17" creationId="{18669597-4F88-D3D2-C300-C4A2C46B03D5}"/>
          </ac:spMkLst>
        </pc:spChg>
        <pc:spChg chg="add del mod ord">
          <ac:chgData name="Andres Flores" userId="cbb745aa252d2737" providerId="LiveId" clId="{5B02DD72-2521-4955-B22A-9213A9536617}" dt="2026-04-13T18:58:11.262" v="175"/>
          <ac:spMkLst>
            <pc:docMk/>
            <pc:sldMk cId="1675423220" sldId="256"/>
            <ac:spMk id="18" creationId="{DC40C7B9-55E9-8D0D-D4AB-60271B327071}"/>
          </ac:spMkLst>
        </pc:spChg>
        <pc:spChg chg="add del mod">
          <ac:chgData name="Andres Flores" userId="cbb745aa252d2737" providerId="LiveId" clId="{5B02DD72-2521-4955-B22A-9213A9536617}" dt="2026-04-13T18:17:24.751" v="143" actId="21"/>
          <ac:spMkLst>
            <pc:docMk/>
            <pc:sldMk cId="1675423220" sldId="256"/>
            <ac:spMk id="19" creationId="{283EA541-D3F5-B98A-3427-47F0232F7DC6}"/>
          </ac:spMkLst>
        </pc:spChg>
        <pc:spChg chg="add del mod">
          <ac:chgData name="Andres Flores" userId="cbb745aa252d2737" providerId="LiveId" clId="{5B02DD72-2521-4955-B22A-9213A9536617}" dt="2026-04-13T18:57:34.926" v="167" actId="21"/>
          <ac:spMkLst>
            <pc:docMk/>
            <pc:sldMk cId="1675423220" sldId="256"/>
            <ac:spMk id="25" creationId="{AA77C73F-86C3-1D79-D3A0-7214243815AD}"/>
          </ac:spMkLst>
        </pc:spChg>
        <pc:spChg chg="add del mod">
          <ac:chgData name="Andres Flores" userId="cbb745aa252d2737" providerId="LiveId" clId="{5B02DD72-2521-4955-B22A-9213A9536617}" dt="2026-04-13T18:57:34.926" v="167" actId="21"/>
          <ac:spMkLst>
            <pc:docMk/>
            <pc:sldMk cId="1675423220" sldId="256"/>
            <ac:spMk id="32" creationId="{283EA541-D3F5-B98A-3427-47F0232F7DC6}"/>
          </ac:spMkLst>
        </pc:spChg>
        <pc:spChg chg="add mod">
          <ac:chgData name="Andres Flores" userId="cbb745aa252d2737" providerId="LiveId" clId="{5B02DD72-2521-4955-B22A-9213A9536617}" dt="2026-04-13T18:57:47.336" v="170"/>
          <ac:spMkLst>
            <pc:docMk/>
            <pc:sldMk cId="1675423220" sldId="256"/>
            <ac:spMk id="34" creationId="{AA77C73F-86C3-1D79-D3A0-7214243815AD}"/>
          </ac:spMkLst>
        </pc:spChg>
        <pc:spChg chg="add mod">
          <ac:chgData name="Andres Flores" userId="cbb745aa252d2737" providerId="LiveId" clId="{5B02DD72-2521-4955-B22A-9213A9536617}" dt="2026-04-13T18:57:47.336" v="170"/>
          <ac:spMkLst>
            <pc:docMk/>
            <pc:sldMk cId="1675423220" sldId="256"/>
            <ac:spMk id="36" creationId="{283EA541-D3F5-B98A-3427-47F0232F7DC6}"/>
          </ac:spMkLst>
        </pc:spChg>
        <pc:spChg chg="add del mod">
          <ac:chgData name="Andres Flores" userId="cbb745aa252d2737" providerId="LiveId" clId="{5B02DD72-2521-4955-B22A-9213A9536617}" dt="2026-04-13T19:14:29.451" v="293" actId="21"/>
          <ac:spMkLst>
            <pc:docMk/>
            <pc:sldMk cId="1675423220" sldId="256"/>
            <ac:spMk id="37" creationId="{F999A63C-3E32-F56D-C96D-ED34CD591C3C}"/>
          </ac:spMkLst>
        </pc:spChg>
        <pc:spChg chg="add mod">
          <ac:chgData name="Andres Flores" userId="cbb745aa252d2737" providerId="LiveId" clId="{5B02DD72-2521-4955-B22A-9213A9536617}" dt="2026-04-13T19:04:04.338" v="195" actId="14861"/>
          <ac:spMkLst>
            <pc:docMk/>
            <pc:sldMk cId="1675423220" sldId="256"/>
            <ac:spMk id="39" creationId="{E1F5FAF5-9E4C-402E-CAF9-3F2524B786CF}"/>
          </ac:spMkLst>
        </pc:spChg>
        <pc:spChg chg="add mod">
          <ac:chgData name="Andres Flores" userId="cbb745aa252d2737" providerId="LiveId" clId="{5B02DD72-2521-4955-B22A-9213A9536617}" dt="2026-04-13T19:14:45.376" v="299" actId="1076"/>
          <ac:spMkLst>
            <pc:docMk/>
            <pc:sldMk cId="1675423220" sldId="256"/>
            <ac:spMk id="41" creationId="{E3B28089-B57B-448D-B21C-B32EF9AE4667}"/>
          </ac:spMkLst>
        </pc:spChg>
        <pc:spChg chg="add del mod">
          <ac:chgData name="Andres Flores" userId="cbb745aa252d2737" providerId="LiveId" clId="{5B02DD72-2521-4955-B22A-9213A9536617}" dt="2026-04-13T19:11:45.995" v="260" actId="478"/>
          <ac:spMkLst>
            <pc:docMk/>
            <pc:sldMk cId="1675423220" sldId="256"/>
            <ac:spMk id="44" creationId="{482331EA-5BF9-A90F-1BD5-25862658C081}"/>
          </ac:spMkLst>
        </pc:spChg>
        <pc:spChg chg="add del mod">
          <ac:chgData name="Andres Flores" userId="cbb745aa252d2737" providerId="LiveId" clId="{5B02DD72-2521-4955-B22A-9213A9536617}" dt="2026-04-13T19:11:50.636" v="264" actId="478"/>
          <ac:spMkLst>
            <pc:docMk/>
            <pc:sldMk cId="1675423220" sldId="256"/>
            <ac:spMk id="50" creationId="{EC6F4D0B-D4B5-EC37-628E-BD8585CD998A}"/>
          </ac:spMkLst>
        </pc:spChg>
        <pc:spChg chg="add del mod">
          <ac:chgData name="Andres Flores" userId="cbb745aa252d2737" providerId="LiveId" clId="{5B02DD72-2521-4955-B22A-9213A9536617}" dt="2026-04-13T19:11:47.474" v="261" actId="478"/>
          <ac:spMkLst>
            <pc:docMk/>
            <pc:sldMk cId="1675423220" sldId="256"/>
            <ac:spMk id="51" creationId="{B1C15071-1C64-A4FB-99F4-6823533A3EA1}"/>
          </ac:spMkLst>
        </pc:spChg>
        <pc:grpChg chg="add mod topLvl">
          <ac:chgData name="Andres Flores" userId="cbb745aa252d2737" providerId="LiveId" clId="{5B02DD72-2521-4955-B22A-9213A9536617}" dt="2026-04-13T19:12:39.578" v="271" actId="21"/>
          <ac:grpSpMkLst>
            <pc:docMk/>
            <pc:sldMk cId="1675423220" sldId="256"/>
            <ac:grpSpMk id="42" creationId="{26D4549A-535D-242F-AED5-96E47D7A75C7}"/>
          </ac:grpSpMkLst>
        </pc:grpChg>
        <pc:grpChg chg="add del mod">
          <ac:chgData name="Andres Flores" userId="cbb745aa252d2737" providerId="LiveId" clId="{5B02DD72-2521-4955-B22A-9213A9536617}" dt="2026-04-13T19:14:42.795" v="297" actId="1076"/>
          <ac:grpSpMkLst>
            <pc:docMk/>
            <pc:sldMk cId="1675423220" sldId="256"/>
            <ac:grpSpMk id="43" creationId="{97094F47-3185-209C-AE29-660518BC12AC}"/>
          </ac:grpSpMkLst>
        </pc:grpChg>
        <pc:picChg chg="add del mod ord">
          <ac:chgData name="Andres Flores" userId="cbb745aa252d2737" providerId="LiveId" clId="{5B02DD72-2521-4955-B22A-9213A9536617}" dt="2026-04-13T18:17:24.751" v="143" actId="21"/>
          <ac:picMkLst>
            <pc:docMk/>
            <pc:sldMk cId="1675423220" sldId="256"/>
            <ac:picMk id="27" creationId="{A841FC45-622F-A99F-0632-207410A475FD}"/>
          </ac:picMkLst>
        </pc:picChg>
        <pc:picChg chg="add del mod ord">
          <ac:chgData name="Andres Flores" userId="cbb745aa252d2737" providerId="LiveId" clId="{5B02DD72-2521-4955-B22A-9213A9536617}" dt="2026-04-13T18:17:24.751" v="143" actId="21"/>
          <ac:picMkLst>
            <pc:docMk/>
            <pc:sldMk cId="1675423220" sldId="256"/>
            <ac:picMk id="29" creationId="{6BE23160-3FC6-7494-0B3F-13A18B626167}"/>
          </ac:picMkLst>
        </pc:picChg>
        <pc:picChg chg="add del mod">
          <ac:chgData name="Andres Flores" userId="cbb745aa252d2737" providerId="LiveId" clId="{5B02DD72-2521-4955-B22A-9213A9536617}" dt="2026-04-13T18:57:34.926" v="167" actId="21"/>
          <ac:picMkLst>
            <pc:docMk/>
            <pc:sldMk cId="1675423220" sldId="256"/>
            <ac:picMk id="30" creationId="{A841FC45-622F-A99F-0632-207410A475FD}"/>
          </ac:picMkLst>
        </pc:picChg>
        <pc:picChg chg="add del mod ord">
          <ac:chgData name="Andres Flores" userId="cbb745aa252d2737" providerId="LiveId" clId="{5B02DD72-2521-4955-B22A-9213A9536617}" dt="2026-04-13T18:57:34.926" v="167" actId="21"/>
          <ac:picMkLst>
            <pc:docMk/>
            <pc:sldMk cId="1675423220" sldId="256"/>
            <ac:picMk id="31" creationId="{6BE23160-3FC6-7494-0B3F-13A18B626167}"/>
          </ac:picMkLst>
        </pc:picChg>
        <pc:picChg chg="add mod">
          <ac:chgData name="Andres Flores" userId="cbb745aa252d2737" providerId="LiveId" clId="{5B02DD72-2521-4955-B22A-9213A9536617}" dt="2026-04-13T18:57:47.336" v="170"/>
          <ac:picMkLst>
            <pc:docMk/>
            <pc:sldMk cId="1675423220" sldId="256"/>
            <ac:picMk id="33" creationId="{6BE23160-3FC6-7494-0B3F-13A18B626167}"/>
          </ac:picMkLst>
        </pc:picChg>
        <pc:picChg chg="add mod">
          <ac:chgData name="Andres Flores" userId="cbb745aa252d2737" providerId="LiveId" clId="{5B02DD72-2521-4955-B22A-9213A9536617}" dt="2026-04-13T18:57:47.336" v="170"/>
          <ac:picMkLst>
            <pc:docMk/>
            <pc:sldMk cId="1675423220" sldId="256"/>
            <ac:picMk id="35" creationId="{A841FC45-622F-A99F-0632-207410A475FD}"/>
          </ac:picMkLst>
        </pc:picChg>
        <pc:picChg chg="add mod">
          <ac:chgData name="Andres Flores" userId="cbb745aa252d2737" providerId="LiveId" clId="{5B02DD72-2521-4955-B22A-9213A9536617}" dt="2026-04-13T18:59:44.839" v="189" actId="164"/>
          <ac:picMkLst>
            <pc:docMk/>
            <pc:sldMk cId="1675423220" sldId="256"/>
            <ac:picMk id="38" creationId="{94660A77-9587-0265-FE74-FA212F5E6857}"/>
          </ac:picMkLst>
        </pc:picChg>
        <pc:picChg chg="add del mod">
          <ac:chgData name="Andres Flores" userId="cbb745aa252d2737" providerId="LiveId" clId="{5B02DD72-2521-4955-B22A-9213A9536617}" dt="2026-04-13T19:14:32.104" v="294" actId="478"/>
          <ac:picMkLst>
            <pc:docMk/>
            <pc:sldMk cId="1675423220" sldId="256"/>
            <ac:picMk id="40" creationId="{7755F0FE-9419-B8C7-82EF-1D74E80757C5}"/>
          </ac:picMkLst>
        </pc:picChg>
        <pc:picChg chg="add mod ord">
          <ac:chgData name="Andres Flores" userId="cbb745aa252d2737" providerId="LiveId" clId="{5B02DD72-2521-4955-B22A-9213A9536617}" dt="2026-04-13T19:12:29.812" v="270" actId="171"/>
          <ac:picMkLst>
            <pc:docMk/>
            <pc:sldMk cId="1675423220" sldId="256"/>
            <ac:picMk id="53" creationId="{218BF04B-1E6D-7770-256D-D70724E47C6D}"/>
          </ac:picMkLst>
        </pc:picChg>
        <pc:picChg chg="add del mod">
          <ac:chgData name="Andres Flores" userId="cbb745aa252d2737" providerId="LiveId" clId="{5B02DD72-2521-4955-B22A-9213A9536617}" dt="2026-04-13T18:05:58.464" v="63" actId="478"/>
          <ac:picMkLst>
            <pc:docMk/>
            <pc:sldMk cId="1675423220" sldId="256"/>
            <ac:picMk id="1026" creationId="{B7D62343-FEDA-BF67-602D-F09735EA3637}"/>
          </ac:picMkLst>
        </pc:picChg>
        <pc:picChg chg="add del">
          <ac:chgData name="Andres Flores" userId="cbb745aa252d2737" providerId="LiveId" clId="{5B02DD72-2521-4955-B22A-9213A9536617}" dt="2026-04-13T18:05:58.464" v="63" actId="478"/>
          <ac:picMkLst>
            <pc:docMk/>
            <pc:sldMk cId="1675423220" sldId="256"/>
            <ac:picMk id="1028" creationId="{C9179ECF-5F6D-3875-C0D3-EE91475E45E5}"/>
          </ac:picMkLst>
        </pc:picChg>
        <pc:cxnChg chg="add del mod">
          <ac:chgData name="Andres Flores" userId="cbb745aa252d2737" providerId="LiveId" clId="{5B02DD72-2521-4955-B22A-9213A9536617}" dt="2026-04-13T18:04:16.206" v="53" actId="478"/>
          <ac:cxnSpMkLst>
            <pc:docMk/>
            <pc:sldMk cId="1675423220" sldId="256"/>
            <ac:cxnSpMk id="10" creationId="{29515B23-9265-BAB2-B50D-55D521F43D8D}"/>
          </ac:cxnSpMkLst>
        </pc:cxnChg>
        <pc:cxnChg chg="add del mod">
          <ac:chgData name="Andres Flores" userId="cbb745aa252d2737" providerId="LiveId" clId="{5B02DD72-2521-4955-B22A-9213A9536617}" dt="2026-04-13T18:10:27.568" v="101" actId="478"/>
          <ac:cxnSpMkLst>
            <pc:docMk/>
            <pc:sldMk cId="1675423220" sldId="256"/>
            <ac:cxnSpMk id="21" creationId="{ABF5EA70-49E5-C606-C9AC-D38BDA212C61}"/>
          </ac:cxnSpMkLst>
        </pc:cxnChg>
        <pc:cxnChg chg="add del mod">
          <ac:chgData name="Andres Flores" userId="cbb745aa252d2737" providerId="LiveId" clId="{5B02DD72-2521-4955-B22A-9213A9536617}" dt="2026-04-13T19:11:48.301" v="262" actId="478"/>
          <ac:cxnSpMkLst>
            <pc:docMk/>
            <pc:sldMk cId="1675423220" sldId="256"/>
            <ac:cxnSpMk id="46" creationId="{9C44BE0D-D17D-5C60-B58C-B963C1844D9D}"/>
          </ac:cxnSpMkLst>
        </pc:cxnChg>
        <pc:cxnChg chg="add del mod">
          <ac:chgData name="Andres Flores" userId="cbb745aa252d2737" providerId="LiveId" clId="{5B02DD72-2521-4955-B22A-9213A9536617}" dt="2026-04-13T19:11:49.639" v="263" actId="478"/>
          <ac:cxnSpMkLst>
            <pc:docMk/>
            <pc:sldMk cId="1675423220" sldId="256"/>
            <ac:cxnSpMk id="49" creationId="{795A32F0-901C-DF05-56FC-DC8D8F495D81}"/>
          </ac:cxnSpMkLst>
        </pc:cxnChg>
      </pc:sldChg>
      <pc:sldChg chg="addSp delSp modSp new mod">
        <pc:chgData name="Andres Flores" userId="cbb745aa252d2737" providerId="LiveId" clId="{5B02DD72-2521-4955-B22A-9213A9536617}" dt="2026-04-13T22:23:12.206" v="640" actId="164"/>
        <pc:sldMkLst>
          <pc:docMk/>
          <pc:sldMk cId="4172594200" sldId="257"/>
        </pc:sldMkLst>
        <pc:spChg chg="add mod topLvl">
          <ac:chgData name="Andres Flores" userId="cbb745aa252d2737" providerId="LiveId" clId="{5B02DD72-2521-4955-B22A-9213A9536617}" dt="2026-04-13T20:12:45.155" v="584" actId="164"/>
          <ac:spMkLst>
            <pc:docMk/>
            <pc:sldMk cId="4172594200" sldId="257"/>
            <ac:spMk id="2" creationId="{CE10BA7F-77DF-B148-F4DC-38E6CA3E7AD3}"/>
          </ac:spMkLst>
        </pc:spChg>
        <pc:spChg chg="mod">
          <ac:chgData name="Andres Flores" userId="cbb745aa252d2737" providerId="LiveId" clId="{5B02DD72-2521-4955-B22A-9213A9536617}" dt="2026-04-13T19:05:25.410" v="212"/>
          <ac:spMkLst>
            <pc:docMk/>
            <pc:sldMk cId="4172594200" sldId="257"/>
            <ac:spMk id="4" creationId="{6BFB118C-D36F-60B1-9807-F8F80CE9A7C2}"/>
          </ac:spMkLst>
        </pc:spChg>
        <pc:spChg chg="mod">
          <ac:chgData name="Andres Flores" userId="cbb745aa252d2737" providerId="LiveId" clId="{5B02DD72-2521-4955-B22A-9213A9536617}" dt="2026-04-13T19:59:27.368" v="563"/>
          <ac:spMkLst>
            <pc:docMk/>
            <pc:sldMk cId="4172594200" sldId="257"/>
            <ac:spMk id="5" creationId="{E38FCFC0-AEB4-432A-4635-432C09771C78}"/>
          </ac:spMkLst>
        </pc:spChg>
        <pc:spChg chg="mod">
          <ac:chgData name="Andres Flores" userId="cbb745aa252d2737" providerId="LiveId" clId="{5B02DD72-2521-4955-B22A-9213A9536617}" dt="2026-04-13T19:05:25.410" v="212"/>
          <ac:spMkLst>
            <pc:docMk/>
            <pc:sldMk cId="4172594200" sldId="257"/>
            <ac:spMk id="6" creationId="{40A7A3FF-75C5-2B20-978E-C59144E7B35C}"/>
          </ac:spMkLst>
        </pc:spChg>
        <pc:spChg chg="mod">
          <ac:chgData name="Andres Flores" userId="cbb745aa252d2737" providerId="LiveId" clId="{5B02DD72-2521-4955-B22A-9213A9536617}" dt="2026-04-13T19:05:25.410" v="212"/>
          <ac:spMkLst>
            <pc:docMk/>
            <pc:sldMk cId="4172594200" sldId="257"/>
            <ac:spMk id="8" creationId="{1FE47B95-7F20-6E42-15B5-C04A012531A5}"/>
          </ac:spMkLst>
        </pc:spChg>
        <pc:spChg chg="mod">
          <ac:chgData name="Andres Flores" userId="cbb745aa252d2737" providerId="LiveId" clId="{5B02DD72-2521-4955-B22A-9213A9536617}" dt="2026-04-13T19:05:25.410" v="212"/>
          <ac:spMkLst>
            <pc:docMk/>
            <pc:sldMk cId="4172594200" sldId="257"/>
            <ac:spMk id="10" creationId="{0A925821-91FD-5955-11D1-4AF0FC4EC719}"/>
          </ac:spMkLst>
        </pc:spChg>
        <pc:spChg chg="mod">
          <ac:chgData name="Andres Flores" userId="cbb745aa252d2737" providerId="LiveId" clId="{5B02DD72-2521-4955-B22A-9213A9536617}" dt="2026-04-13T19:59:27.368" v="563"/>
          <ac:spMkLst>
            <pc:docMk/>
            <pc:sldMk cId="4172594200" sldId="257"/>
            <ac:spMk id="11" creationId="{3CE2212B-5351-A259-32D8-93C4590186BF}"/>
          </ac:spMkLst>
        </pc:spChg>
        <pc:spChg chg="mod">
          <ac:chgData name="Andres Flores" userId="cbb745aa252d2737" providerId="LiveId" clId="{5B02DD72-2521-4955-B22A-9213A9536617}" dt="2026-04-13T19:05:53.487" v="218" actId="571"/>
          <ac:spMkLst>
            <pc:docMk/>
            <pc:sldMk cId="4172594200" sldId="257"/>
            <ac:spMk id="12" creationId="{0CA0D97B-D244-4D6B-155F-664146CCF10E}"/>
          </ac:spMkLst>
        </pc:spChg>
        <pc:spChg chg="mod">
          <ac:chgData name="Andres Flores" userId="cbb745aa252d2737" providerId="LiveId" clId="{5B02DD72-2521-4955-B22A-9213A9536617}" dt="2026-04-13T19:59:27.368" v="563"/>
          <ac:spMkLst>
            <pc:docMk/>
            <pc:sldMk cId="4172594200" sldId="257"/>
            <ac:spMk id="12" creationId="{1414DD9C-6C9C-B2D4-7977-A35899DBD1ED}"/>
          </ac:spMkLst>
        </pc:spChg>
        <pc:spChg chg="mod">
          <ac:chgData name="Andres Flores" userId="cbb745aa252d2737" providerId="LiveId" clId="{5B02DD72-2521-4955-B22A-9213A9536617}" dt="2026-04-13T19:59:27.368" v="563"/>
          <ac:spMkLst>
            <pc:docMk/>
            <pc:sldMk cId="4172594200" sldId="257"/>
            <ac:spMk id="13" creationId="{0F98BC8E-1668-AC56-9B1D-24638D3AEED4}"/>
          </ac:spMkLst>
        </pc:spChg>
        <pc:spChg chg="mod">
          <ac:chgData name="Andres Flores" userId="cbb745aa252d2737" providerId="LiveId" clId="{5B02DD72-2521-4955-B22A-9213A9536617}" dt="2026-04-13T19:05:53.487" v="218" actId="571"/>
          <ac:spMkLst>
            <pc:docMk/>
            <pc:sldMk cId="4172594200" sldId="257"/>
            <ac:spMk id="14" creationId="{C096915D-7924-AF1F-726A-B738D0CB5751}"/>
          </ac:spMkLst>
        </pc:spChg>
        <pc:spChg chg="mod">
          <ac:chgData name="Andres Flores" userId="cbb745aa252d2737" providerId="LiveId" clId="{5B02DD72-2521-4955-B22A-9213A9536617}" dt="2026-04-13T19:05:53.487" v="218" actId="571"/>
          <ac:spMkLst>
            <pc:docMk/>
            <pc:sldMk cId="4172594200" sldId="257"/>
            <ac:spMk id="16" creationId="{CD1A54BF-AB72-9B44-1B98-E70FF5FF3265}"/>
          </ac:spMkLst>
        </pc:spChg>
        <pc:spChg chg="mod">
          <ac:chgData name="Andres Flores" userId="cbb745aa252d2737" providerId="LiveId" clId="{5B02DD72-2521-4955-B22A-9213A9536617}" dt="2026-04-13T19:05:53.487" v="218" actId="571"/>
          <ac:spMkLst>
            <pc:docMk/>
            <pc:sldMk cId="4172594200" sldId="257"/>
            <ac:spMk id="18" creationId="{252E4F1F-8034-185F-C779-66EC562A9284}"/>
          </ac:spMkLst>
        </pc:spChg>
        <pc:spChg chg="add mod topLvl">
          <ac:chgData name="Andres Flores" userId="cbb745aa252d2737" providerId="LiveId" clId="{5B02DD72-2521-4955-B22A-9213A9536617}" dt="2026-04-13T22:22:31.408" v="636" actId="14100"/>
          <ac:spMkLst>
            <pc:docMk/>
            <pc:sldMk cId="4172594200" sldId="257"/>
            <ac:spMk id="19" creationId="{161ACDC7-DC6B-E24F-ED3F-9E762501C945}"/>
          </ac:spMkLst>
        </pc:spChg>
        <pc:spChg chg="mod">
          <ac:chgData name="Andres Flores" userId="cbb745aa252d2737" providerId="LiveId" clId="{5B02DD72-2521-4955-B22A-9213A9536617}" dt="2026-04-13T19:31:53.731" v="532"/>
          <ac:spMkLst>
            <pc:docMk/>
            <pc:sldMk cId="4172594200" sldId="257"/>
            <ac:spMk id="21" creationId="{8D55F7CC-EF2C-446F-7D5C-98BAA43542C4}"/>
          </ac:spMkLst>
        </pc:spChg>
        <pc:spChg chg="mod">
          <ac:chgData name="Andres Flores" userId="cbb745aa252d2737" providerId="LiveId" clId="{5B02DD72-2521-4955-B22A-9213A9536617}" dt="2026-04-13T19:31:53.731" v="532"/>
          <ac:spMkLst>
            <pc:docMk/>
            <pc:sldMk cId="4172594200" sldId="257"/>
            <ac:spMk id="27" creationId="{1F6252AF-AB02-0652-84C3-D610DA37B7C4}"/>
          </ac:spMkLst>
        </pc:spChg>
        <pc:spChg chg="mod">
          <ac:chgData name="Andres Flores" userId="cbb745aa252d2737" providerId="LiveId" clId="{5B02DD72-2521-4955-B22A-9213A9536617}" dt="2026-04-13T19:31:53.731" v="532"/>
          <ac:spMkLst>
            <pc:docMk/>
            <pc:sldMk cId="4172594200" sldId="257"/>
            <ac:spMk id="28" creationId="{D431CF1E-BAAA-2FE2-DD46-A85183D6FC3E}"/>
          </ac:spMkLst>
        </pc:spChg>
        <pc:spChg chg="mod">
          <ac:chgData name="Andres Flores" userId="cbb745aa252d2737" providerId="LiveId" clId="{5B02DD72-2521-4955-B22A-9213A9536617}" dt="2026-04-13T19:31:53.731" v="532"/>
          <ac:spMkLst>
            <pc:docMk/>
            <pc:sldMk cId="4172594200" sldId="257"/>
            <ac:spMk id="29" creationId="{1D9AFDD9-38A6-87F7-D1BE-03EE10E7F036}"/>
          </ac:spMkLst>
        </pc:spChg>
        <pc:grpChg chg="del">
          <ac:chgData name="Andres Flores" userId="cbb745aa252d2737" providerId="LiveId" clId="{5B02DD72-2521-4955-B22A-9213A9536617}" dt="2026-04-13T19:59:20.792" v="560" actId="165"/>
          <ac:grpSpMkLst>
            <pc:docMk/>
            <pc:sldMk cId="4172594200" sldId="257"/>
            <ac:grpSpMk id="3" creationId="{3CE3232E-16B3-BA32-BA2D-A459A3F263A0}"/>
          </ac:grpSpMkLst>
        </pc:grpChg>
        <pc:grpChg chg="add del mod">
          <ac:chgData name="Andres Flores" userId="cbb745aa252d2737" providerId="LiveId" clId="{5B02DD72-2521-4955-B22A-9213A9536617}" dt="2026-04-13T19:32:20.819" v="541" actId="478"/>
          <ac:grpSpMkLst>
            <pc:docMk/>
            <pc:sldMk cId="4172594200" sldId="257"/>
            <ac:grpSpMk id="3" creationId="{974887F0-DAC0-06A9-D64B-B922592F6002}"/>
          </ac:grpSpMkLst>
        </pc:grpChg>
        <pc:grpChg chg="add mod">
          <ac:chgData name="Andres Flores" userId="cbb745aa252d2737" providerId="LiveId" clId="{5B02DD72-2521-4955-B22A-9213A9536617}" dt="2026-04-13T19:59:27.368" v="563"/>
          <ac:grpSpMkLst>
            <pc:docMk/>
            <pc:sldMk cId="4172594200" sldId="257"/>
            <ac:grpSpMk id="4" creationId="{1BC51001-DB7F-4AA3-4611-8B63DF519F5A}"/>
          </ac:grpSpMkLst>
        </pc:grpChg>
        <pc:grpChg chg="add mod">
          <ac:chgData name="Andres Flores" userId="cbb745aa252d2737" providerId="LiveId" clId="{5B02DD72-2521-4955-B22A-9213A9536617}" dt="2026-04-13T22:23:12.206" v="640" actId="164"/>
          <ac:grpSpMkLst>
            <pc:docMk/>
            <pc:sldMk cId="4172594200" sldId="257"/>
            <ac:grpSpMk id="5" creationId="{079A03B7-A826-AF9B-F7F4-57025A1BCF47}"/>
          </ac:grpSpMkLst>
        </pc:grpChg>
        <pc:grpChg chg="mod">
          <ac:chgData name="Andres Flores" userId="cbb745aa252d2737" providerId="LiveId" clId="{5B02DD72-2521-4955-B22A-9213A9536617}" dt="2026-04-13T19:05:25.410" v="212"/>
          <ac:grpSpMkLst>
            <pc:docMk/>
            <pc:sldMk cId="4172594200" sldId="257"/>
            <ac:grpSpMk id="5" creationId="{C7D2F91B-887F-DD88-8C36-F85A02E6F3F7}"/>
          </ac:grpSpMkLst>
        </pc:grpChg>
        <pc:grpChg chg="add mod">
          <ac:chgData name="Andres Flores" userId="cbb745aa252d2737" providerId="LiveId" clId="{5B02DD72-2521-4955-B22A-9213A9536617}" dt="2026-04-13T19:05:53.487" v="218" actId="571"/>
          <ac:grpSpMkLst>
            <pc:docMk/>
            <pc:sldMk cId="4172594200" sldId="257"/>
            <ac:grpSpMk id="11" creationId="{FAAED4FB-5039-22DA-CC92-A5F495095620}"/>
          </ac:grpSpMkLst>
        </pc:grpChg>
        <pc:grpChg chg="mod">
          <ac:chgData name="Andres Flores" userId="cbb745aa252d2737" providerId="LiveId" clId="{5B02DD72-2521-4955-B22A-9213A9536617}" dt="2026-04-13T19:05:53.487" v="218" actId="571"/>
          <ac:grpSpMkLst>
            <pc:docMk/>
            <pc:sldMk cId="4172594200" sldId="257"/>
            <ac:grpSpMk id="13" creationId="{29D8CB87-CBA7-C7A8-BE1D-C569D163C4FE}"/>
          </ac:grpSpMkLst>
        </pc:grpChg>
        <pc:grpChg chg="add del mod">
          <ac:chgData name="Andres Flores" userId="cbb745aa252d2737" providerId="LiveId" clId="{5B02DD72-2521-4955-B22A-9213A9536617}" dt="2026-04-13T22:23:12.206" v="640" actId="164"/>
          <ac:grpSpMkLst>
            <pc:docMk/>
            <pc:sldMk cId="4172594200" sldId="257"/>
            <ac:grpSpMk id="16" creationId="{5DB0956C-258D-55D9-CA80-AFEB42E6A57D}"/>
          </ac:grpSpMkLst>
        </pc:grpChg>
        <pc:grpChg chg="add mod">
          <ac:chgData name="Andres Flores" userId="cbb745aa252d2737" providerId="LiveId" clId="{5B02DD72-2521-4955-B22A-9213A9536617}" dt="2026-04-13T19:31:53.731" v="532"/>
          <ac:grpSpMkLst>
            <pc:docMk/>
            <pc:sldMk cId="4172594200" sldId="257"/>
            <ac:grpSpMk id="20" creationId="{5EFD1E2A-99FE-1190-91D6-CE89B97BC16A}"/>
          </ac:grpSpMkLst>
        </pc:grpChg>
        <pc:picChg chg="add mod">
          <ac:chgData name="Andres Flores" userId="cbb745aa252d2737" providerId="LiveId" clId="{5B02DD72-2521-4955-B22A-9213A9536617}" dt="2026-04-13T22:22:16.929" v="633"/>
          <ac:picMkLst>
            <pc:docMk/>
            <pc:sldMk cId="4172594200" sldId="257"/>
            <ac:picMk id="3" creationId="{31034980-41EB-4AF2-4FAD-9A4031392A5A}"/>
          </ac:picMkLst>
        </pc:picChg>
        <pc:picChg chg="add mod">
          <ac:chgData name="Andres Flores" userId="cbb745aa252d2737" providerId="LiveId" clId="{5B02DD72-2521-4955-B22A-9213A9536617}" dt="2026-04-13T22:23:12.206" v="640" actId="164"/>
          <ac:picMkLst>
            <pc:docMk/>
            <pc:sldMk cId="4172594200" sldId="257"/>
            <ac:picMk id="4" creationId="{072892DB-0461-128C-538F-8DD1AA9105C3}"/>
          </ac:picMkLst>
        </pc:picChg>
        <pc:picChg chg="mod">
          <ac:chgData name="Andres Flores" userId="cbb745aa252d2737" providerId="LiveId" clId="{5B02DD72-2521-4955-B22A-9213A9536617}" dt="2026-04-13T19:59:27.368" v="563"/>
          <ac:picMkLst>
            <pc:docMk/>
            <pc:sldMk cId="4172594200" sldId="257"/>
            <ac:picMk id="6" creationId="{5BCB84E2-9D24-7B86-1FB8-60F4B4C4FD09}"/>
          </ac:picMkLst>
        </pc:picChg>
        <pc:picChg chg="mod">
          <ac:chgData name="Andres Flores" userId="cbb745aa252d2737" providerId="LiveId" clId="{5B02DD72-2521-4955-B22A-9213A9536617}" dt="2026-04-13T19:59:27.368" v="563"/>
          <ac:picMkLst>
            <pc:docMk/>
            <pc:sldMk cId="4172594200" sldId="257"/>
            <ac:picMk id="7" creationId="{1D253E28-C4B4-3240-724F-13A01F819E7B}"/>
          </ac:picMkLst>
        </pc:picChg>
        <pc:picChg chg="mod">
          <ac:chgData name="Andres Flores" userId="cbb745aa252d2737" providerId="LiveId" clId="{5B02DD72-2521-4955-B22A-9213A9536617}" dt="2026-04-13T19:05:25.410" v="212"/>
          <ac:picMkLst>
            <pc:docMk/>
            <pc:sldMk cId="4172594200" sldId="257"/>
            <ac:picMk id="7" creationId="{DC219AA1-6D41-B60F-7F5E-AAA42A83910F}"/>
          </ac:picMkLst>
        </pc:picChg>
        <pc:picChg chg="mod">
          <ac:chgData name="Andres Flores" userId="cbb745aa252d2737" providerId="LiveId" clId="{5B02DD72-2521-4955-B22A-9213A9536617}" dt="2026-04-13T19:59:27.368" v="563"/>
          <ac:picMkLst>
            <pc:docMk/>
            <pc:sldMk cId="4172594200" sldId="257"/>
            <ac:picMk id="8" creationId="{53B898EE-A940-7501-6294-06E7DEDF8C6D}"/>
          </ac:picMkLst>
        </pc:picChg>
        <pc:picChg chg="mod">
          <ac:chgData name="Andres Flores" userId="cbb745aa252d2737" providerId="LiveId" clId="{5B02DD72-2521-4955-B22A-9213A9536617}" dt="2026-04-13T19:59:27.368" v="563"/>
          <ac:picMkLst>
            <pc:docMk/>
            <pc:sldMk cId="4172594200" sldId="257"/>
            <ac:picMk id="9" creationId="{722E4F8F-D85F-D6D1-606E-36E43078F9CE}"/>
          </ac:picMkLst>
        </pc:picChg>
        <pc:picChg chg="mod">
          <ac:chgData name="Andres Flores" userId="cbb745aa252d2737" providerId="LiveId" clId="{5B02DD72-2521-4955-B22A-9213A9536617}" dt="2026-04-13T19:05:25.410" v="212"/>
          <ac:picMkLst>
            <pc:docMk/>
            <pc:sldMk cId="4172594200" sldId="257"/>
            <ac:picMk id="9" creationId="{8A7CC94D-EB13-56EE-31B6-B450FA84AD19}"/>
          </ac:picMkLst>
        </pc:picChg>
        <pc:picChg chg="mod">
          <ac:chgData name="Andres Flores" userId="cbb745aa252d2737" providerId="LiveId" clId="{5B02DD72-2521-4955-B22A-9213A9536617}" dt="2026-04-13T19:59:27.368" v="563"/>
          <ac:picMkLst>
            <pc:docMk/>
            <pc:sldMk cId="4172594200" sldId="257"/>
            <ac:picMk id="10" creationId="{0E12173A-DD3D-1D75-A0E1-801ED62F5DD2}"/>
          </ac:picMkLst>
        </pc:picChg>
        <pc:picChg chg="add del mod">
          <ac:chgData name="Andres Flores" userId="cbb745aa252d2737" providerId="LiveId" clId="{5B02DD72-2521-4955-B22A-9213A9536617}" dt="2026-04-13T22:22:06.341" v="631" actId="478"/>
          <ac:picMkLst>
            <pc:docMk/>
            <pc:sldMk cId="4172594200" sldId="257"/>
            <ac:picMk id="15" creationId="{4279613E-D535-2B6B-F15F-33B774D0FBD1}"/>
          </ac:picMkLst>
        </pc:picChg>
        <pc:picChg chg="mod">
          <ac:chgData name="Andres Flores" userId="cbb745aa252d2737" providerId="LiveId" clId="{5B02DD72-2521-4955-B22A-9213A9536617}" dt="2026-04-13T19:05:53.487" v="218" actId="571"/>
          <ac:picMkLst>
            <pc:docMk/>
            <pc:sldMk cId="4172594200" sldId="257"/>
            <ac:picMk id="15" creationId="{C56454AF-565A-E669-BDE2-DEB1C073631F}"/>
          </ac:picMkLst>
        </pc:picChg>
        <pc:picChg chg="mod">
          <ac:chgData name="Andres Flores" userId="cbb745aa252d2737" providerId="LiveId" clId="{5B02DD72-2521-4955-B22A-9213A9536617}" dt="2026-04-13T19:05:53.487" v="218" actId="571"/>
          <ac:picMkLst>
            <pc:docMk/>
            <pc:sldMk cId="4172594200" sldId="257"/>
            <ac:picMk id="17" creationId="{67B6E1E2-4372-2B4A-6EF3-972F3E557C7F}"/>
          </ac:picMkLst>
        </pc:picChg>
        <pc:picChg chg="mod">
          <ac:chgData name="Andres Flores" userId="cbb745aa252d2737" providerId="LiveId" clId="{5B02DD72-2521-4955-B22A-9213A9536617}" dt="2026-04-13T19:31:53.731" v="532"/>
          <ac:picMkLst>
            <pc:docMk/>
            <pc:sldMk cId="4172594200" sldId="257"/>
            <ac:picMk id="22" creationId="{062D6CEC-5384-00E8-241E-DA02AABD8941}"/>
          </ac:picMkLst>
        </pc:picChg>
        <pc:picChg chg="mod">
          <ac:chgData name="Andres Flores" userId="cbb745aa252d2737" providerId="LiveId" clId="{5B02DD72-2521-4955-B22A-9213A9536617}" dt="2026-04-13T19:31:53.731" v="532"/>
          <ac:picMkLst>
            <pc:docMk/>
            <pc:sldMk cId="4172594200" sldId="257"/>
            <ac:picMk id="23" creationId="{A1ADA1E4-D45D-A336-9900-A91565AEBFC8}"/>
          </ac:picMkLst>
        </pc:picChg>
        <pc:picChg chg="mod">
          <ac:chgData name="Andres Flores" userId="cbb745aa252d2737" providerId="LiveId" clId="{5B02DD72-2521-4955-B22A-9213A9536617}" dt="2026-04-13T19:31:53.731" v="532"/>
          <ac:picMkLst>
            <pc:docMk/>
            <pc:sldMk cId="4172594200" sldId="257"/>
            <ac:picMk id="24" creationId="{7A7800D6-E583-E689-6D86-DA89F27C2387}"/>
          </ac:picMkLst>
        </pc:picChg>
        <pc:picChg chg="mod">
          <ac:chgData name="Andres Flores" userId="cbb745aa252d2737" providerId="LiveId" clId="{5B02DD72-2521-4955-B22A-9213A9536617}" dt="2026-04-13T19:31:53.731" v="532"/>
          <ac:picMkLst>
            <pc:docMk/>
            <pc:sldMk cId="4172594200" sldId="257"/>
            <ac:picMk id="25" creationId="{AB6984C3-0184-5461-762E-591D370A3585}"/>
          </ac:picMkLst>
        </pc:picChg>
        <pc:picChg chg="mod">
          <ac:chgData name="Andres Flores" userId="cbb745aa252d2737" providerId="LiveId" clId="{5B02DD72-2521-4955-B22A-9213A9536617}" dt="2026-04-13T19:31:53.731" v="532"/>
          <ac:picMkLst>
            <pc:docMk/>
            <pc:sldMk cId="4172594200" sldId="257"/>
            <ac:picMk id="26" creationId="{D7973B0D-96F0-EBF2-22E9-01892FE6C869}"/>
          </ac:picMkLst>
        </pc:picChg>
        <pc:picChg chg="add del mod topLvl modCrop">
          <ac:chgData name="Andres Flores" userId="cbb745aa252d2737" providerId="LiveId" clId="{5B02DD72-2521-4955-B22A-9213A9536617}" dt="2026-04-13T19:59:27.089" v="562" actId="478"/>
          <ac:picMkLst>
            <pc:docMk/>
            <pc:sldMk cId="4172594200" sldId="257"/>
            <ac:picMk id="31" creationId="{29EE6B26-9C22-73C2-4091-D4F0AE23BCA8}"/>
          </ac:picMkLst>
        </pc:picChg>
      </pc:sldChg>
      <pc:sldChg chg="addSp modSp add del mod">
        <pc:chgData name="Andres Flores" userId="cbb745aa252d2737" providerId="LiveId" clId="{5B02DD72-2521-4955-B22A-9213A9536617}" dt="2026-04-13T18:58:52.959" v="180" actId="47"/>
        <pc:sldMkLst>
          <pc:docMk/>
          <pc:sldMk cId="4184687551" sldId="257"/>
        </pc:sldMkLst>
        <pc:spChg chg="add mod">
          <ac:chgData name="Andres Flores" userId="cbb745aa252d2737" providerId="LiveId" clId="{5B02DD72-2521-4955-B22A-9213A9536617}" dt="2026-04-13T18:58:27.560" v="178" actId="1582"/>
          <ac:spMkLst>
            <pc:docMk/>
            <pc:sldMk cId="4184687551" sldId="257"/>
            <ac:spMk id="3" creationId="{74AD3326-DE80-E396-FE0C-E49913CB9362}"/>
          </ac:spMkLst>
        </pc:spChg>
        <pc:spChg chg="add mod">
          <ac:chgData name="Andres Flores" userId="cbb745aa252d2737" providerId="LiveId" clId="{5B02DD72-2521-4955-B22A-9213A9536617}" dt="2026-04-13T18:58:27.560" v="178" actId="1582"/>
          <ac:spMkLst>
            <pc:docMk/>
            <pc:sldMk cId="4184687551" sldId="257"/>
            <ac:spMk id="5" creationId="{D63F87CD-0F3E-551C-66C6-79F5DD2245BE}"/>
          </ac:spMkLst>
        </pc:spChg>
        <pc:picChg chg="add mod">
          <ac:chgData name="Andres Flores" userId="cbb745aa252d2737" providerId="LiveId" clId="{5B02DD72-2521-4955-B22A-9213A9536617}" dt="2026-04-13T18:58:02.902" v="174"/>
          <ac:picMkLst>
            <pc:docMk/>
            <pc:sldMk cId="4184687551" sldId="257"/>
            <ac:picMk id="2" creationId="{611B2354-774C-8EC1-BD75-652AB118D164}"/>
          </ac:picMkLst>
        </pc:picChg>
        <pc:picChg chg="add mod">
          <ac:chgData name="Andres Flores" userId="cbb745aa252d2737" providerId="LiveId" clId="{5B02DD72-2521-4955-B22A-9213A9536617}" dt="2026-04-13T18:58:02.902" v="174"/>
          <ac:picMkLst>
            <pc:docMk/>
            <pc:sldMk cId="4184687551" sldId="257"/>
            <ac:picMk id="4" creationId="{9EDFEC93-90A2-116D-32A9-8C8B46F57B8E}"/>
          </ac:picMkLst>
        </pc:picChg>
      </pc:sldChg>
      <pc:sldChg chg="addSp delSp modSp new mod">
        <pc:chgData name="Andres Flores" userId="cbb745aa252d2737" providerId="LiveId" clId="{5B02DD72-2521-4955-B22A-9213A9536617}" dt="2026-04-13T22:23:52.343" v="653" actId="571"/>
        <pc:sldMkLst>
          <pc:docMk/>
          <pc:sldMk cId="4013530822" sldId="258"/>
        </pc:sldMkLst>
        <pc:spChg chg="add mod">
          <ac:chgData name="Andres Flores" userId="cbb745aa252d2737" providerId="LiveId" clId="{5B02DD72-2521-4955-B22A-9213A9536617}" dt="2026-04-13T19:31:50.566" v="531" actId="164"/>
          <ac:spMkLst>
            <pc:docMk/>
            <pc:sldMk cId="4013530822" sldId="258"/>
            <ac:spMk id="2" creationId="{2F6735A8-F20E-CDA0-D38A-A472F9B6304C}"/>
          </ac:spMkLst>
        </pc:spChg>
        <pc:spChg chg="mod">
          <ac:chgData name="Andres Flores" userId="cbb745aa252d2737" providerId="LiveId" clId="{5B02DD72-2521-4955-B22A-9213A9536617}" dt="2026-04-13T22:23:52.343" v="653" actId="571"/>
          <ac:spMkLst>
            <pc:docMk/>
            <pc:sldMk cId="4013530822" sldId="258"/>
            <ac:spMk id="7" creationId="{117F2F5F-5842-1D60-1D55-C646FE9CC205}"/>
          </ac:spMkLst>
        </pc:spChg>
        <pc:spChg chg="mod">
          <ac:chgData name="Andres Flores" userId="cbb745aa252d2737" providerId="LiveId" clId="{5B02DD72-2521-4955-B22A-9213A9536617}" dt="2026-04-13T19:13:37.617" v="281"/>
          <ac:spMkLst>
            <pc:docMk/>
            <pc:sldMk cId="4013530822" sldId="258"/>
            <ac:spMk id="7" creationId="{AA784344-11FA-BBE9-5F3F-1C8C8CA5306A}"/>
          </ac:spMkLst>
        </pc:spChg>
        <pc:spChg chg="mod">
          <ac:chgData name="Andres Flores" userId="cbb745aa252d2737" providerId="LiveId" clId="{5B02DD72-2521-4955-B22A-9213A9536617}" dt="2026-04-13T19:13:37.617" v="281"/>
          <ac:spMkLst>
            <pc:docMk/>
            <pc:sldMk cId="4013530822" sldId="258"/>
            <ac:spMk id="9" creationId="{5449D780-3D92-83A8-D156-F910E148FAEA}"/>
          </ac:spMkLst>
        </pc:spChg>
        <pc:spChg chg="mod">
          <ac:chgData name="Andres Flores" userId="cbb745aa252d2737" providerId="LiveId" clId="{5B02DD72-2521-4955-B22A-9213A9536617}" dt="2026-04-13T19:13:37.617" v="281"/>
          <ac:spMkLst>
            <pc:docMk/>
            <pc:sldMk cId="4013530822" sldId="258"/>
            <ac:spMk id="11" creationId="{1C66C11F-D7A3-76A1-06A0-501967164401}"/>
          </ac:spMkLst>
        </pc:spChg>
        <pc:spChg chg="mod">
          <ac:chgData name="Andres Flores" userId="cbb745aa252d2737" providerId="LiveId" clId="{5B02DD72-2521-4955-B22A-9213A9536617}" dt="2026-04-13T22:23:52.343" v="653" actId="571"/>
          <ac:spMkLst>
            <pc:docMk/>
            <pc:sldMk cId="4013530822" sldId="258"/>
            <ac:spMk id="13" creationId="{2ACE8504-F7FF-0B6C-36FB-71C8F43AA46D}"/>
          </ac:spMkLst>
        </pc:spChg>
        <pc:spChg chg="mod">
          <ac:chgData name="Andres Flores" userId="cbb745aa252d2737" providerId="LiveId" clId="{5B02DD72-2521-4955-B22A-9213A9536617}" dt="2026-04-13T19:13:37.617" v="281"/>
          <ac:spMkLst>
            <pc:docMk/>
            <pc:sldMk cId="4013530822" sldId="258"/>
            <ac:spMk id="13" creationId="{BFDC4004-8B4A-7C6F-DA18-04F299871D06}"/>
          </ac:spMkLst>
        </pc:spChg>
        <pc:spChg chg="mod">
          <ac:chgData name="Andres Flores" userId="cbb745aa252d2737" providerId="LiveId" clId="{5B02DD72-2521-4955-B22A-9213A9536617}" dt="2026-04-13T22:23:52.343" v="653" actId="571"/>
          <ac:spMkLst>
            <pc:docMk/>
            <pc:sldMk cId="4013530822" sldId="258"/>
            <ac:spMk id="14" creationId="{49C5B86E-EC1D-229A-499E-AB8DCDCE5377}"/>
          </ac:spMkLst>
        </pc:spChg>
        <pc:spChg chg="add del mod">
          <ac:chgData name="Andres Flores" userId="cbb745aa252d2737" providerId="LiveId" clId="{5B02DD72-2521-4955-B22A-9213A9536617}" dt="2026-04-13T19:13:49.825" v="284" actId="478"/>
          <ac:spMkLst>
            <pc:docMk/>
            <pc:sldMk cId="4013530822" sldId="258"/>
            <ac:spMk id="14" creationId="{8650780A-9040-17F0-301A-B1D806B650F2}"/>
          </ac:spMkLst>
        </pc:spChg>
        <pc:spChg chg="add del mod ord">
          <ac:chgData name="Andres Flores" userId="cbb745aa252d2737" providerId="LiveId" clId="{5B02DD72-2521-4955-B22A-9213A9536617}" dt="2026-04-13T19:30:37.901" v="520" actId="478"/>
          <ac:spMkLst>
            <pc:docMk/>
            <pc:sldMk cId="4013530822" sldId="258"/>
            <ac:spMk id="15" creationId="{54557B41-18F5-B65F-058F-8FFFB969677A}"/>
          </ac:spMkLst>
        </pc:spChg>
        <pc:spChg chg="mod">
          <ac:chgData name="Andres Flores" userId="cbb745aa252d2737" providerId="LiveId" clId="{5B02DD72-2521-4955-B22A-9213A9536617}" dt="2026-04-13T22:23:52.343" v="653" actId="571"/>
          <ac:spMkLst>
            <pc:docMk/>
            <pc:sldMk cId="4013530822" sldId="258"/>
            <ac:spMk id="15" creationId="{FEAAD10C-1FAF-1C6E-7477-A0517F96B688}"/>
          </ac:spMkLst>
        </pc:spChg>
        <pc:spChg chg="add del mod ord">
          <ac:chgData name="Andres Flores" userId="cbb745aa252d2737" providerId="LiveId" clId="{5B02DD72-2521-4955-B22A-9213A9536617}" dt="2026-04-13T19:31:50.566" v="531" actId="164"/>
          <ac:spMkLst>
            <pc:docMk/>
            <pc:sldMk cId="4013530822" sldId="258"/>
            <ac:spMk id="16" creationId="{8A89A2DB-D5F5-F29B-B1F5-7F9AB150A79B}"/>
          </ac:spMkLst>
        </pc:spChg>
        <pc:spChg chg="add del mod ord">
          <ac:chgData name="Andres Flores" userId="cbb745aa252d2737" providerId="LiveId" clId="{5B02DD72-2521-4955-B22A-9213A9536617}" dt="2026-04-13T19:31:50.566" v="531" actId="164"/>
          <ac:spMkLst>
            <pc:docMk/>
            <pc:sldMk cId="4013530822" sldId="258"/>
            <ac:spMk id="18" creationId="{0C1E9631-A975-4583-DD65-DB1E4196E4A6}"/>
          </ac:spMkLst>
        </pc:spChg>
        <pc:spChg chg="add mod">
          <ac:chgData name="Andres Flores" userId="cbb745aa252d2737" providerId="LiveId" clId="{5B02DD72-2521-4955-B22A-9213A9536617}" dt="2026-04-13T19:28:07.215" v="482" actId="208"/>
          <ac:spMkLst>
            <pc:docMk/>
            <pc:sldMk cId="4013530822" sldId="258"/>
            <ac:spMk id="21" creationId="{7FBBDB6C-D807-EA1C-B641-F22B5A3E95A9}"/>
          </ac:spMkLst>
        </pc:spChg>
        <pc:spChg chg="add mod ord">
          <ac:chgData name="Andres Flores" userId="cbb745aa252d2737" providerId="LiveId" clId="{5B02DD72-2521-4955-B22A-9213A9536617}" dt="2026-04-13T19:29:24.851" v="500" actId="167"/>
          <ac:spMkLst>
            <pc:docMk/>
            <pc:sldMk cId="4013530822" sldId="258"/>
            <ac:spMk id="22" creationId="{504C330E-A874-3E6D-B603-E34DAA4ECC7C}"/>
          </ac:spMkLst>
        </pc:spChg>
        <pc:spChg chg="add mod">
          <ac:chgData name="Andres Flores" userId="cbb745aa252d2737" providerId="LiveId" clId="{5B02DD72-2521-4955-B22A-9213A9536617}" dt="2026-04-13T19:28:44.460" v="487"/>
          <ac:spMkLst>
            <pc:docMk/>
            <pc:sldMk cId="4013530822" sldId="258"/>
            <ac:spMk id="23" creationId="{0ABD8AC4-4183-3C81-C470-A156F9D62242}"/>
          </ac:spMkLst>
        </pc:spChg>
        <pc:spChg chg="add mod">
          <ac:chgData name="Andres Flores" userId="cbb745aa252d2737" providerId="LiveId" clId="{5B02DD72-2521-4955-B22A-9213A9536617}" dt="2026-04-13T19:28:44.460" v="487"/>
          <ac:spMkLst>
            <pc:docMk/>
            <pc:sldMk cId="4013530822" sldId="258"/>
            <ac:spMk id="24" creationId="{18BF2E36-1953-B7D4-C2D5-ACFC6DE09D52}"/>
          </ac:spMkLst>
        </pc:spChg>
        <pc:spChg chg="add del mod">
          <ac:chgData name="Andres Flores" userId="cbb745aa252d2737" providerId="LiveId" clId="{5B02DD72-2521-4955-B22A-9213A9536617}" dt="2026-04-13T19:31:22.090" v="527" actId="21"/>
          <ac:spMkLst>
            <pc:docMk/>
            <pc:sldMk cId="4013530822" sldId="258"/>
            <ac:spMk id="25" creationId="{5E9E434F-094D-91DE-AD48-08A2945FCD9A}"/>
          </ac:spMkLst>
        </pc:spChg>
        <pc:spChg chg="add mod">
          <ac:chgData name="Andres Flores" userId="cbb745aa252d2737" providerId="LiveId" clId="{5B02DD72-2521-4955-B22A-9213A9536617}" dt="2026-04-13T19:31:50.566" v="531" actId="164"/>
          <ac:spMkLst>
            <pc:docMk/>
            <pc:sldMk cId="4013530822" sldId="258"/>
            <ac:spMk id="26" creationId="{5E9E434F-094D-91DE-AD48-08A2945FCD9A}"/>
          </ac:spMkLst>
        </pc:spChg>
        <pc:grpChg chg="add mod">
          <ac:chgData name="Andres Flores" userId="cbb745aa252d2737" providerId="LiveId" clId="{5B02DD72-2521-4955-B22A-9213A9536617}" dt="2026-04-13T22:23:52.343" v="653" actId="571"/>
          <ac:grpSpMkLst>
            <pc:docMk/>
            <pc:sldMk cId="4013530822" sldId="258"/>
            <ac:grpSpMk id="6" creationId="{0F7555BC-0EE0-F567-2567-2CB04360269A}"/>
          </ac:grpSpMkLst>
        </pc:grpChg>
        <pc:grpChg chg="add mod">
          <ac:chgData name="Andres Flores" userId="cbb745aa252d2737" providerId="LiveId" clId="{5B02DD72-2521-4955-B22A-9213A9536617}" dt="2026-04-13T19:13:37.617" v="281"/>
          <ac:grpSpMkLst>
            <pc:docMk/>
            <pc:sldMk cId="4013530822" sldId="258"/>
            <ac:grpSpMk id="6" creationId="{BD4A295A-C6ED-03C4-3931-E26E47AAD65F}"/>
          </ac:grpSpMkLst>
        </pc:grpChg>
        <pc:grpChg chg="mod">
          <ac:chgData name="Andres Flores" userId="cbb745aa252d2737" providerId="LiveId" clId="{5B02DD72-2521-4955-B22A-9213A9536617}" dt="2026-04-13T19:13:37.617" v="281"/>
          <ac:grpSpMkLst>
            <pc:docMk/>
            <pc:sldMk cId="4013530822" sldId="258"/>
            <ac:grpSpMk id="8" creationId="{DAF13CC0-6A66-D631-3A84-88BABA821EFD}"/>
          </ac:grpSpMkLst>
        </pc:grpChg>
        <pc:grpChg chg="add mod">
          <ac:chgData name="Andres Flores" userId="cbb745aa252d2737" providerId="LiveId" clId="{5B02DD72-2521-4955-B22A-9213A9536617}" dt="2026-04-13T19:31:50.566" v="531" actId="164"/>
          <ac:grpSpMkLst>
            <pc:docMk/>
            <pc:sldMk cId="4013530822" sldId="258"/>
            <ac:grpSpMk id="27" creationId="{D477931B-7991-D19A-3905-3DE14567D9E6}"/>
          </ac:grpSpMkLst>
        </pc:grpChg>
        <pc:picChg chg="add mod">
          <ac:chgData name="Andres Flores" userId="cbb745aa252d2737" providerId="LiveId" clId="{5B02DD72-2521-4955-B22A-9213A9536617}" dt="2026-04-13T19:31:50.566" v="531" actId="164"/>
          <ac:picMkLst>
            <pc:docMk/>
            <pc:sldMk cId="4013530822" sldId="258"/>
            <ac:picMk id="3" creationId="{9581278B-AC15-2007-D975-C8F5969ABC89}"/>
          </ac:picMkLst>
        </pc:picChg>
        <pc:picChg chg="add mod">
          <ac:chgData name="Andres Flores" userId="cbb745aa252d2737" providerId="LiveId" clId="{5B02DD72-2521-4955-B22A-9213A9536617}" dt="2026-04-13T19:31:50.566" v="531" actId="164"/>
          <ac:picMkLst>
            <pc:docMk/>
            <pc:sldMk cId="4013530822" sldId="258"/>
            <ac:picMk id="4" creationId="{83FA9780-7DC8-2CC0-395F-558EAF48833A}"/>
          </ac:picMkLst>
        </pc:picChg>
        <pc:picChg chg="add mod">
          <ac:chgData name="Andres Flores" userId="cbb745aa252d2737" providerId="LiveId" clId="{5B02DD72-2521-4955-B22A-9213A9536617}" dt="2026-04-13T19:58:23.857" v="552" actId="1038"/>
          <ac:picMkLst>
            <pc:docMk/>
            <pc:sldMk cId="4013530822" sldId="258"/>
            <ac:picMk id="5" creationId="{951BA050-6A0F-6F7C-C766-25EE4C7134E6}"/>
          </ac:picMkLst>
        </pc:picChg>
        <pc:picChg chg="mod">
          <ac:chgData name="Andres Flores" userId="cbb745aa252d2737" providerId="LiveId" clId="{5B02DD72-2521-4955-B22A-9213A9536617}" dt="2026-04-13T22:23:52.343" v="653" actId="571"/>
          <ac:picMkLst>
            <pc:docMk/>
            <pc:sldMk cId="4013530822" sldId="258"/>
            <ac:picMk id="8" creationId="{4B1AFCAB-0622-20C1-6AC0-9FA0960F8952}"/>
          </ac:picMkLst>
        </pc:picChg>
        <pc:picChg chg="mod">
          <ac:chgData name="Andres Flores" userId="cbb745aa252d2737" providerId="LiveId" clId="{5B02DD72-2521-4955-B22A-9213A9536617}" dt="2026-04-13T22:23:52.343" v="653" actId="571"/>
          <ac:picMkLst>
            <pc:docMk/>
            <pc:sldMk cId="4013530822" sldId="258"/>
            <ac:picMk id="9" creationId="{6911680F-FA60-37C5-E3FF-F31C30D5F03B}"/>
          </ac:picMkLst>
        </pc:picChg>
        <pc:picChg chg="mod">
          <ac:chgData name="Andres Flores" userId="cbb745aa252d2737" providerId="LiveId" clId="{5B02DD72-2521-4955-B22A-9213A9536617}" dt="2026-04-13T22:23:52.343" v="653" actId="571"/>
          <ac:picMkLst>
            <pc:docMk/>
            <pc:sldMk cId="4013530822" sldId="258"/>
            <ac:picMk id="10" creationId="{01764275-5815-623B-738F-4B2F446B1C87}"/>
          </ac:picMkLst>
        </pc:picChg>
        <pc:picChg chg="mod">
          <ac:chgData name="Andres Flores" userId="cbb745aa252d2737" providerId="LiveId" clId="{5B02DD72-2521-4955-B22A-9213A9536617}" dt="2026-04-13T19:13:37.617" v="281"/>
          <ac:picMkLst>
            <pc:docMk/>
            <pc:sldMk cId="4013530822" sldId="258"/>
            <ac:picMk id="10" creationId="{71D9CB19-34DC-5278-AD3D-AF0FE82E7DA4}"/>
          </ac:picMkLst>
        </pc:picChg>
        <pc:picChg chg="mod">
          <ac:chgData name="Andres Flores" userId="cbb745aa252d2737" providerId="LiveId" clId="{5B02DD72-2521-4955-B22A-9213A9536617}" dt="2026-04-13T22:23:52.343" v="653" actId="571"/>
          <ac:picMkLst>
            <pc:docMk/>
            <pc:sldMk cId="4013530822" sldId="258"/>
            <ac:picMk id="11" creationId="{66B70439-C04B-0469-2C17-34293A2E62A7}"/>
          </ac:picMkLst>
        </pc:picChg>
        <pc:picChg chg="mod">
          <ac:chgData name="Andres Flores" userId="cbb745aa252d2737" providerId="LiveId" clId="{5B02DD72-2521-4955-B22A-9213A9536617}" dt="2026-04-13T19:13:37.617" v="281"/>
          <ac:picMkLst>
            <pc:docMk/>
            <pc:sldMk cId="4013530822" sldId="258"/>
            <ac:picMk id="12" creationId="{C4410E32-4C2F-D6EC-45A3-0C68781969EE}"/>
          </ac:picMkLst>
        </pc:picChg>
        <pc:picChg chg="mod">
          <ac:chgData name="Andres Flores" userId="cbb745aa252d2737" providerId="LiveId" clId="{5B02DD72-2521-4955-B22A-9213A9536617}" dt="2026-04-13T22:23:52.343" v="653" actId="571"/>
          <ac:picMkLst>
            <pc:docMk/>
            <pc:sldMk cId="4013530822" sldId="258"/>
            <ac:picMk id="12" creationId="{FFEE1C59-6205-2870-6FA0-90AD67BB2968}"/>
          </ac:picMkLst>
        </pc:picChg>
        <pc:picChg chg="add del mod">
          <ac:chgData name="Andres Flores" userId="cbb745aa252d2737" providerId="LiveId" clId="{5B02DD72-2521-4955-B22A-9213A9536617}" dt="2026-04-13T19:24:45.451" v="441" actId="478"/>
          <ac:picMkLst>
            <pc:docMk/>
            <pc:sldMk cId="4013530822" sldId="258"/>
            <ac:picMk id="17" creationId="{6F69EAD1-85B3-021F-90E1-6240E1BE11DD}"/>
          </ac:picMkLst>
        </pc:picChg>
        <pc:picChg chg="add mod">
          <ac:chgData name="Andres Flores" userId="cbb745aa252d2737" providerId="LiveId" clId="{5B02DD72-2521-4955-B22A-9213A9536617}" dt="2026-04-13T19:58:49.319" v="559" actId="1035"/>
          <ac:picMkLst>
            <pc:docMk/>
            <pc:sldMk cId="4013530822" sldId="258"/>
            <ac:picMk id="19" creationId="{296FC47B-D07B-C1CA-DE72-26F363200058}"/>
          </ac:picMkLst>
        </pc:picChg>
        <pc:picChg chg="add mod">
          <ac:chgData name="Andres Flores" userId="cbb745aa252d2737" providerId="LiveId" clId="{5B02DD72-2521-4955-B22A-9213A9536617}" dt="2026-04-13T19:58:36.536" v="557" actId="1037"/>
          <ac:picMkLst>
            <pc:docMk/>
            <pc:sldMk cId="4013530822" sldId="258"/>
            <ac:picMk id="20" creationId="{277A4DC8-8F77-6965-0DA0-D87ADA268F70}"/>
          </ac:picMkLst>
        </pc:picChg>
      </pc:sldChg>
      <pc:sldChg chg="addSp delSp modSp new mod">
        <pc:chgData name="Andres Flores" userId="cbb745aa252d2737" providerId="LiveId" clId="{5B02DD72-2521-4955-B22A-9213A9536617}" dt="2026-04-13T19:30:34.883" v="519" actId="21"/>
        <pc:sldMkLst>
          <pc:docMk/>
          <pc:sldMk cId="234429587" sldId="259"/>
        </pc:sldMkLst>
        <pc:spChg chg="add del mod">
          <ac:chgData name="Andres Flores" userId="cbb745aa252d2737" providerId="LiveId" clId="{5B02DD72-2521-4955-B22A-9213A9536617}" dt="2026-04-13T19:16:11.629" v="313"/>
          <ac:spMkLst>
            <pc:docMk/>
            <pc:sldMk cId="234429587" sldId="259"/>
            <ac:spMk id="2" creationId="{6E93C7B3-1570-8BF4-9E6F-E23C5D404C8E}"/>
          </ac:spMkLst>
        </pc:spChg>
        <pc:spChg chg="add del mod">
          <ac:chgData name="Andres Flores" userId="cbb745aa252d2737" providerId="LiveId" clId="{5B02DD72-2521-4955-B22A-9213A9536617}" dt="2026-04-13T19:15:47.241" v="310" actId="478"/>
          <ac:spMkLst>
            <pc:docMk/>
            <pc:sldMk cId="234429587" sldId="259"/>
            <ac:spMk id="3" creationId="{2065297E-52BE-DABE-CCEA-6A379019DEF1}"/>
          </ac:spMkLst>
        </pc:spChg>
        <pc:spChg chg="add del mod">
          <ac:chgData name="Andres Flores" userId="cbb745aa252d2737" providerId="LiveId" clId="{5B02DD72-2521-4955-B22A-9213A9536617}" dt="2026-04-13T19:15:45.622" v="309" actId="21"/>
          <ac:spMkLst>
            <pc:docMk/>
            <pc:sldMk cId="234429587" sldId="259"/>
            <ac:spMk id="4" creationId="{2B882D40-8A6B-24DA-9286-A91FD8B0121D}"/>
          </ac:spMkLst>
        </pc:spChg>
        <pc:spChg chg="add del mod">
          <ac:chgData name="Andres Flores" userId="cbb745aa252d2737" providerId="LiveId" clId="{5B02DD72-2521-4955-B22A-9213A9536617}" dt="2026-04-13T19:15:45.622" v="309" actId="21"/>
          <ac:spMkLst>
            <pc:docMk/>
            <pc:sldMk cId="234429587" sldId="259"/>
            <ac:spMk id="5" creationId="{DD652AFD-2809-4695-1AA6-8178F43A5F92}"/>
          </ac:spMkLst>
        </pc:spChg>
        <pc:spChg chg="add del mod">
          <ac:chgData name="Andres Flores" userId="cbb745aa252d2737" providerId="LiveId" clId="{5B02DD72-2521-4955-B22A-9213A9536617}" dt="2026-04-13T19:16:11.629" v="313"/>
          <ac:spMkLst>
            <pc:docMk/>
            <pc:sldMk cId="234429587" sldId="259"/>
            <ac:spMk id="6" creationId="{2B882D40-8A6B-24DA-9286-A91FD8B0121D}"/>
          </ac:spMkLst>
        </pc:spChg>
        <pc:spChg chg="add del mod">
          <ac:chgData name="Andres Flores" userId="cbb745aa252d2737" providerId="LiveId" clId="{5B02DD72-2521-4955-B22A-9213A9536617}" dt="2026-04-13T19:16:11.629" v="313"/>
          <ac:spMkLst>
            <pc:docMk/>
            <pc:sldMk cId="234429587" sldId="259"/>
            <ac:spMk id="7" creationId="{DD652AFD-2809-4695-1AA6-8178F43A5F92}"/>
          </ac:spMkLst>
        </pc:spChg>
        <pc:spChg chg="del mod">
          <ac:chgData name="Andres Flores" userId="cbb745aa252d2737" providerId="LiveId" clId="{5B02DD72-2521-4955-B22A-9213A9536617}" dt="2026-04-13T19:26:13.739" v="458" actId="478"/>
          <ac:spMkLst>
            <pc:docMk/>
            <pc:sldMk cId="234429587" sldId="259"/>
            <ac:spMk id="8" creationId="{B2F0E298-437E-EEA3-59C7-0F67D641D271}"/>
          </ac:spMkLst>
        </pc:spChg>
        <pc:spChg chg="add del mod topLvl">
          <ac:chgData name="Andres Flores" userId="cbb745aa252d2737" providerId="LiveId" clId="{5B02DD72-2521-4955-B22A-9213A9536617}" dt="2026-04-13T19:30:06.885" v="512" actId="21"/>
          <ac:spMkLst>
            <pc:docMk/>
            <pc:sldMk cId="234429587" sldId="259"/>
            <ac:spMk id="10" creationId="{6BF1B3AB-29CC-A416-D464-7657F8220A1D}"/>
          </ac:spMkLst>
        </pc:spChg>
        <pc:spChg chg="add del mod topLvl">
          <ac:chgData name="Andres Flores" userId="cbb745aa252d2737" providerId="LiveId" clId="{5B02DD72-2521-4955-B22A-9213A9536617}" dt="2026-04-13T19:30:08.177" v="513" actId="478"/>
          <ac:spMkLst>
            <pc:docMk/>
            <pc:sldMk cId="234429587" sldId="259"/>
            <ac:spMk id="12" creationId="{BFB0B47B-7B05-805B-FE4A-5D1DDE6AE301}"/>
          </ac:spMkLst>
        </pc:spChg>
        <pc:spChg chg="del mod topLvl">
          <ac:chgData name="Andres Flores" userId="cbb745aa252d2737" providerId="LiveId" clId="{5B02DD72-2521-4955-B22A-9213A9536617}" dt="2026-04-13T19:26:35.246" v="464" actId="478"/>
          <ac:spMkLst>
            <pc:docMk/>
            <pc:sldMk cId="234429587" sldId="259"/>
            <ac:spMk id="14" creationId="{E80330B2-BCBC-C8EE-2326-004381BA7448}"/>
          </ac:spMkLst>
        </pc:spChg>
        <pc:spChg chg="del mod topLvl">
          <ac:chgData name="Andres Flores" userId="cbb745aa252d2737" providerId="LiveId" clId="{5B02DD72-2521-4955-B22A-9213A9536617}" dt="2026-04-13T19:26:37.156" v="465" actId="478"/>
          <ac:spMkLst>
            <pc:docMk/>
            <pc:sldMk cId="234429587" sldId="259"/>
            <ac:spMk id="16" creationId="{87897016-2F00-18F8-AE66-D3613ACA63A7}"/>
          </ac:spMkLst>
        </pc:spChg>
        <pc:spChg chg="mod">
          <ac:chgData name="Andres Flores" userId="cbb745aa252d2737" providerId="LiveId" clId="{5B02DD72-2521-4955-B22A-9213A9536617}" dt="2026-04-13T19:29:27.954" v="502"/>
          <ac:spMkLst>
            <pc:docMk/>
            <pc:sldMk cId="234429587" sldId="259"/>
            <ac:spMk id="17" creationId="{E95A5562-D771-078E-D159-8A74E6203A75}"/>
          </ac:spMkLst>
        </pc:spChg>
        <pc:spChg chg="add del mod">
          <ac:chgData name="Andres Flores" userId="cbb745aa252d2737" providerId="LiveId" clId="{5B02DD72-2521-4955-B22A-9213A9536617}" dt="2026-04-13T19:30:06.885" v="512" actId="21"/>
          <ac:spMkLst>
            <pc:docMk/>
            <pc:sldMk cId="234429587" sldId="259"/>
            <ac:spMk id="18" creationId="{6C830EA6-4725-6391-BA3E-A89F24CDC864}"/>
          </ac:spMkLst>
        </pc:spChg>
        <pc:spChg chg="add del mod">
          <ac:chgData name="Andres Flores" userId="cbb745aa252d2737" providerId="LiveId" clId="{5B02DD72-2521-4955-B22A-9213A9536617}" dt="2026-04-13T19:30:06.885" v="512" actId="21"/>
          <ac:spMkLst>
            <pc:docMk/>
            <pc:sldMk cId="234429587" sldId="259"/>
            <ac:spMk id="19" creationId="{D19B00D1-C749-CF9B-877C-6EC8AC5DF23C}"/>
          </ac:spMkLst>
        </pc:spChg>
        <pc:spChg chg="add del mod">
          <ac:chgData name="Andres Flores" userId="cbb745aa252d2737" providerId="LiveId" clId="{5B02DD72-2521-4955-B22A-9213A9536617}" dt="2026-04-13T19:30:31.412" v="517"/>
          <ac:spMkLst>
            <pc:docMk/>
            <pc:sldMk cId="234429587" sldId="259"/>
            <ac:spMk id="20" creationId="{6BF1B3AB-29CC-A416-D464-7657F8220A1D}"/>
          </ac:spMkLst>
        </pc:spChg>
        <pc:spChg chg="add del mod">
          <ac:chgData name="Andres Flores" userId="cbb745aa252d2737" providerId="LiveId" clId="{5B02DD72-2521-4955-B22A-9213A9536617}" dt="2026-04-13T19:30:31.412" v="517"/>
          <ac:spMkLst>
            <pc:docMk/>
            <pc:sldMk cId="234429587" sldId="259"/>
            <ac:spMk id="21" creationId="{6C830EA6-4725-6391-BA3E-A89F24CDC864}"/>
          </ac:spMkLst>
        </pc:spChg>
        <pc:spChg chg="add del mod">
          <ac:chgData name="Andres Flores" userId="cbb745aa252d2737" providerId="LiveId" clId="{5B02DD72-2521-4955-B22A-9213A9536617}" dt="2026-04-13T19:30:31.412" v="517"/>
          <ac:spMkLst>
            <pc:docMk/>
            <pc:sldMk cId="234429587" sldId="259"/>
            <ac:spMk id="22" creationId="{D19B00D1-C749-CF9B-877C-6EC8AC5DF23C}"/>
          </ac:spMkLst>
        </pc:spChg>
        <pc:spChg chg="add del mod">
          <ac:chgData name="Andres Flores" userId="cbb745aa252d2737" providerId="LiveId" clId="{5B02DD72-2521-4955-B22A-9213A9536617}" dt="2026-04-13T19:30:34.883" v="519" actId="21"/>
          <ac:spMkLst>
            <pc:docMk/>
            <pc:sldMk cId="234429587" sldId="259"/>
            <ac:spMk id="23" creationId="{92CB803C-D1DD-61CD-1983-BCB7C99F11BD}"/>
          </ac:spMkLst>
        </pc:spChg>
        <pc:grpChg chg="add del mod">
          <ac:chgData name="Andres Flores" userId="cbb745aa252d2737" providerId="LiveId" clId="{5B02DD72-2521-4955-B22A-9213A9536617}" dt="2026-04-13T19:26:24.855" v="460" actId="165"/>
          <ac:grpSpMkLst>
            <pc:docMk/>
            <pc:sldMk cId="234429587" sldId="259"/>
            <ac:grpSpMk id="9" creationId="{D721B532-1A13-269A-281D-F7B84200837C}"/>
          </ac:grpSpMkLst>
        </pc:grpChg>
        <pc:grpChg chg="add del mod topLvl">
          <ac:chgData name="Andres Flores" userId="cbb745aa252d2737" providerId="LiveId" clId="{5B02DD72-2521-4955-B22A-9213A9536617}" dt="2026-04-13T19:26:32.543" v="463" actId="165"/>
          <ac:grpSpMkLst>
            <pc:docMk/>
            <pc:sldMk cId="234429587" sldId="259"/>
            <ac:grpSpMk id="11" creationId="{3B738E97-1440-49F9-00EB-0A1CA34D37E7}"/>
          </ac:grpSpMkLst>
        </pc:grpChg>
        <pc:picChg chg="del mod topLvl">
          <ac:chgData name="Andres Flores" userId="cbb745aa252d2737" providerId="LiveId" clId="{5B02DD72-2521-4955-B22A-9213A9536617}" dt="2026-04-13T19:26:41.420" v="467" actId="478"/>
          <ac:picMkLst>
            <pc:docMk/>
            <pc:sldMk cId="234429587" sldId="259"/>
            <ac:picMk id="13" creationId="{5C2FFC1E-FF71-CAEE-DDFE-BEB175073BF4}"/>
          </ac:picMkLst>
        </pc:picChg>
        <pc:picChg chg="del mod topLvl">
          <ac:chgData name="Andres Flores" userId="cbb745aa252d2737" providerId="LiveId" clId="{5B02DD72-2521-4955-B22A-9213A9536617}" dt="2026-04-13T19:26:39.237" v="466" actId="478"/>
          <ac:picMkLst>
            <pc:docMk/>
            <pc:sldMk cId="234429587" sldId="259"/>
            <ac:picMk id="15" creationId="{E9B65A92-E8AF-3D62-90BA-8DF7B3A60B65}"/>
          </ac:picMkLst>
        </pc:picChg>
      </pc:sldChg>
      <pc:sldChg chg="addSp delSp modSp new mod">
        <pc:chgData name="Andres Flores" userId="cbb745aa252d2737" providerId="LiveId" clId="{5B02DD72-2521-4955-B22A-9213A9536617}" dt="2026-04-13T22:23:28.772" v="651"/>
        <pc:sldMkLst>
          <pc:docMk/>
          <pc:sldMk cId="3627814364" sldId="260"/>
        </pc:sldMkLst>
        <pc:spChg chg="mod">
          <ac:chgData name="Andres Flores" userId="cbb745aa252d2737" providerId="LiveId" clId="{5B02DD72-2521-4955-B22A-9213A9536617}" dt="2026-04-13T20:12:52.117" v="586"/>
          <ac:spMkLst>
            <pc:docMk/>
            <pc:sldMk cId="3627814364" sldId="260"/>
            <ac:spMk id="3" creationId="{D4D371C1-C94F-2FF5-279F-E1C99CFA16F6}"/>
          </ac:spMkLst>
        </pc:spChg>
        <pc:spChg chg="mod">
          <ac:chgData name="Andres Flores" userId="cbb745aa252d2737" providerId="LiveId" clId="{5B02DD72-2521-4955-B22A-9213A9536617}" dt="2026-04-13T20:12:52.117" v="586"/>
          <ac:spMkLst>
            <pc:docMk/>
            <pc:sldMk cId="3627814364" sldId="260"/>
            <ac:spMk id="4" creationId="{119C131E-E79B-43BF-1B2D-4B306C28D319}"/>
          </ac:spMkLst>
        </pc:spChg>
        <pc:spChg chg="mod">
          <ac:chgData name="Andres Flores" userId="cbb745aa252d2737" providerId="LiveId" clId="{5B02DD72-2521-4955-B22A-9213A9536617}" dt="2026-04-13T22:23:16.672" v="642"/>
          <ac:spMkLst>
            <pc:docMk/>
            <pc:sldMk cId="3627814364" sldId="260"/>
            <ac:spMk id="5" creationId="{810DA856-1780-5D95-B468-472E69C70019}"/>
          </ac:spMkLst>
        </pc:spChg>
        <pc:spChg chg="mod">
          <ac:chgData name="Andres Flores" userId="cbb745aa252d2737" providerId="LiveId" clId="{5B02DD72-2521-4955-B22A-9213A9536617}" dt="2026-04-13T22:23:16.672" v="642"/>
          <ac:spMkLst>
            <pc:docMk/>
            <pc:sldMk cId="3627814364" sldId="260"/>
            <ac:spMk id="6" creationId="{0E1CA56F-2869-C8E6-3A70-7FF4C74B98DB}"/>
          </ac:spMkLst>
        </pc:spChg>
        <pc:spChg chg="mod">
          <ac:chgData name="Andres Flores" userId="cbb745aa252d2737" providerId="LiveId" clId="{5B02DD72-2521-4955-B22A-9213A9536617}" dt="2026-04-13T20:13:08.625" v="590"/>
          <ac:spMkLst>
            <pc:docMk/>
            <pc:sldMk cId="3627814364" sldId="260"/>
            <ac:spMk id="7" creationId="{8A72454B-5D5D-2970-823E-2A91834E06B4}"/>
          </ac:spMkLst>
        </pc:spChg>
        <pc:spChg chg="mod">
          <ac:chgData name="Andres Flores" userId="cbb745aa252d2737" providerId="LiveId" clId="{5B02DD72-2521-4955-B22A-9213A9536617}" dt="2026-04-13T20:13:08.625" v="590"/>
          <ac:spMkLst>
            <pc:docMk/>
            <pc:sldMk cId="3627814364" sldId="260"/>
            <ac:spMk id="8" creationId="{C8DB9749-D2E4-3BD9-CC9F-1C438B8CB052}"/>
          </ac:spMkLst>
        </pc:spChg>
        <pc:spChg chg="mod">
          <ac:chgData name="Andres Flores" userId="cbb745aa252d2737" providerId="LiveId" clId="{5B02DD72-2521-4955-B22A-9213A9536617}" dt="2026-04-13T22:23:28.772" v="651"/>
          <ac:spMkLst>
            <pc:docMk/>
            <pc:sldMk cId="3627814364" sldId="260"/>
            <ac:spMk id="13" creationId="{5D16C974-A55F-1656-E869-133AD0F062C0}"/>
          </ac:spMkLst>
        </pc:spChg>
        <pc:spChg chg="mod">
          <ac:chgData name="Andres Flores" userId="cbb745aa252d2737" providerId="LiveId" clId="{5B02DD72-2521-4955-B22A-9213A9536617}" dt="2026-04-13T22:23:28.772" v="651"/>
          <ac:spMkLst>
            <pc:docMk/>
            <pc:sldMk cId="3627814364" sldId="260"/>
            <ac:spMk id="14" creationId="{263E0DA1-4175-E46F-0CA8-02944081E5D6}"/>
          </ac:spMkLst>
        </pc:spChg>
        <pc:grpChg chg="add mod">
          <ac:chgData name="Andres Flores" userId="cbb745aa252d2737" providerId="LiveId" clId="{5B02DD72-2521-4955-B22A-9213A9536617}" dt="2026-04-13T22:23:16.672" v="642"/>
          <ac:grpSpMkLst>
            <pc:docMk/>
            <pc:sldMk cId="3627814364" sldId="260"/>
            <ac:grpSpMk id="2" creationId="{499A6E4C-454E-9EBA-5640-F41761DEB8BD}"/>
          </ac:grpSpMkLst>
        </pc:grpChg>
        <pc:grpChg chg="add del mod">
          <ac:chgData name="Andres Flores" userId="cbb745aa252d2737" providerId="LiveId" clId="{5B02DD72-2521-4955-B22A-9213A9536617}" dt="2026-04-13T20:13:08.115" v="589" actId="478"/>
          <ac:grpSpMkLst>
            <pc:docMk/>
            <pc:sldMk cId="3627814364" sldId="260"/>
            <ac:grpSpMk id="2" creationId="{961F89F0-B2AE-3F51-D34A-87EE7332382F}"/>
          </ac:grpSpMkLst>
        </pc:grpChg>
        <pc:grpChg chg="mod">
          <ac:chgData name="Andres Flores" userId="cbb745aa252d2737" providerId="LiveId" clId="{5B02DD72-2521-4955-B22A-9213A9536617}" dt="2026-04-13T22:23:16.672" v="642"/>
          <ac:grpSpMkLst>
            <pc:docMk/>
            <pc:sldMk cId="3627814364" sldId="260"/>
            <ac:grpSpMk id="3" creationId="{CB10FDB6-E71C-7F65-1097-B4B2AEF3FFE3}"/>
          </ac:grpSpMkLst>
        </pc:grpChg>
        <pc:grpChg chg="add mod">
          <ac:chgData name="Andres Flores" userId="cbb745aa252d2737" providerId="LiveId" clId="{5B02DD72-2521-4955-B22A-9213A9536617}" dt="2026-04-13T20:13:08.625" v="590"/>
          <ac:grpSpMkLst>
            <pc:docMk/>
            <pc:sldMk cId="3627814364" sldId="260"/>
            <ac:grpSpMk id="6" creationId="{8B0CA231-4D39-7F79-1EDF-561AFCFB8A3B}"/>
          </ac:grpSpMkLst>
        </pc:grpChg>
        <pc:grpChg chg="add mod">
          <ac:chgData name="Andres Flores" userId="cbb745aa252d2737" providerId="LiveId" clId="{5B02DD72-2521-4955-B22A-9213A9536617}" dt="2026-04-13T22:23:28.772" v="651"/>
          <ac:grpSpMkLst>
            <pc:docMk/>
            <pc:sldMk cId="3627814364" sldId="260"/>
            <ac:grpSpMk id="9" creationId="{0D6284B3-A2F5-3860-B288-6ADBFE4C0F53}"/>
          </ac:grpSpMkLst>
        </pc:grpChg>
        <pc:grpChg chg="mod">
          <ac:chgData name="Andres Flores" userId="cbb745aa252d2737" providerId="LiveId" clId="{5B02DD72-2521-4955-B22A-9213A9536617}" dt="2026-04-13T22:23:28.772" v="651"/>
          <ac:grpSpMkLst>
            <pc:docMk/>
            <pc:sldMk cId="3627814364" sldId="260"/>
            <ac:grpSpMk id="10" creationId="{6C584804-52D2-6F49-B192-67C17A919566}"/>
          </ac:grpSpMkLst>
        </pc:grpChg>
        <pc:picChg chg="mod">
          <ac:chgData name="Andres Flores" userId="cbb745aa252d2737" providerId="LiveId" clId="{5B02DD72-2521-4955-B22A-9213A9536617}" dt="2026-04-13T22:23:16.672" v="642"/>
          <ac:picMkLst>
            <pc:docMk/>
            <pc:sldMk cId="3627814364" sldId="260"/>
            <ac:picMk id="4" creationId="{03319BEF-FBAA-8070-3A2B-5488E280F802}"/>
          </ac:picMkLst>
        </pc:picChg>
        <pc:picChg chg="mod">
          <ac:chgData name="Andres Flores" userId="cbb745aa252d2737" providerId="LiveId" clId="{5B02DD72-2521-4955-B22A-9213A9536617}" dt="2026-04-13T20:12:52.117" v="586"/>
          <ac:picMkLst>
            <pc:docMk/>
            <pc:sldMk cId="3627814364" sldId="260"/>
            <ac:picMk id="5" creationId="{1FD54B2C-47A5-971E-613E-8D67F59E8C59}"/>
          </ac:picMkLst>
        </pc:picChg>
        <pc:picChg chg="add del mod">
          <ac:chgData name="Andres Flores" userId="cbb745aa252d2737" providerId="LiveId" clId="{5B02DD72-2521-4955-B22A-9213A9536617}" dt="2026-04-13T22:23:27.722" v="650" actId="22"/>
          <ac:picMkLst>
            <pc:docMk/>
            <pc:sldMk cId="3627814364" sldId="260"/>
            <ac:picMk id="8" creationId="{22B61A2F-5204-574F-B162-787437E819C1}"/>
          </ac:picMkLst>
        </pc:picChg>
        <pc:picChg chg="mod">
          <ac:chgData name="Andres Flores" userId="cbb745aa252d2737" providerId="LiveId" clId="{5B02DD72-2521-4955-B22A-9213A9536617}" dt="2026-04-13T20:13:08.625" v="590"/>
          <ac:picMkLst>
            <pc:docMk/>
            <pc:sldMk cId="3627814364" sldId="260"/>
            <ac:picMk id="9" creationId="{B1D3FE84-3A7E-BEB0-10EF-326B48E933EF}"/>
          </ac:picMkLst>
        </pc:picChg>
        <pc:picChg chg="add del mod modCrop">
          <ac:chgData name="Andres Flores" userId="cbb745aa252d2737" providerId="LiveId" clId="{5B02DD72-2521-4955-B22A-9213A9536617}" dt="2026-04-13T22:23:16.348" v="641" actId="478"/>
          <ac:picMkLst>
            <pc:docMk/>
            <pc:sldMk cId="3627814364" sldId="260"/>
            <ac:picMk id="11" creationId="{0A046103-09B0-B78F-B689-BD3DA761168D}"/>
          </ac:picMkLst>
        </pc:picChg>
        <pc:picChg chg="mod">
          <ac:chgData name="Andres Flores" userId="cbb745aa252d2737" providerId="LiveId" clId="{5B02DD72-2521-4955-B22A-9213A9536617}" dt="2026-04-13T22:23:28.772" v="651"/>
          <ac:picMkLst>
            <pc:docMk/>
            <pc:sldMk cId="3627814364" sldId="260"/>
            <ac:picMk id="12" creationId="{DEBBC641-B8C9-FFD5-093F-553222A47333}"/>
          </ac:picMkLst>
        </pc:picChg>
      </pc:sldChg>
      <pc:sldChg chg="addSp delSp modSp new mod">
        <pc:chgData name="Andres Flores" userId="cbb745aa252d2737" providerId="LiveId" clId="{5B02DD72-2521-4955-B22A-9213A9536617}" dt="2026-04-13T22:22:01.156" v="630" actId="1076"/>
        <pc:sldMkLst>
          <pc:docMk/>
          <pc:sldMk cId="3453658217" sldId="261"/>
        </pc:sldMkLst>
        <pc:spChg chg="mod">
          <ac:chgData name="Andres Flores" userId="cbb745aa252d2737" providerId="LiveId" clId="{5B02DD72-2521-4955-B22A-9213A9536617}" dt="2026-04-13T20:15:04.437" v="600"/>
          <ac:spMkLst>
            <pc:docMk/>
            <pc:sldMk cId="3453658217" sldId="261"/>
            <ac:spMk id="3" creationId="{544140A8-2EA0-D509-1803-5B985EFC37B0}"/>
          </ac:spMkLst>
        </pc:spChg>
        <pc:spChg chg="mod">
          <ac:chgData name="Andres Flores" userId="cbb745aa252d2737" providerId="LiveId" clId="{5B02DD72-2521-4955-B22A-9213A9536617}" dt="2026-04-13T20:15:04.437" v="600"/>
          <ac:spMkLst>
            <pc:docMk/>
            <pc:sldMk cId="3453658217" sldId="261"/>
            <ac:spMk id="9" creationId="{87C2E4F6-6233-643F-0FBF-12EE36117800}"/>
          </ac:spMkLst>
        </pc:spChg>
        <pc:spChg chg="mod">
          <ac:chgData name="Andres Flores" userId="cbb745aa252d2737" providerId="LiveId" clId="{5B02DD72-2521-4955-B22A-9213A9536617}" dt="2026-04-13T20:15:04.437" v="600"/>
          <ac:spMkLst>
            <pc:docMk/>
            <pc:sldMk cId="3453658217" sldId="261"/>
            <ac:spMk id="10" creationId="{37E333B3-F43D-86A1-C69E-35D043DDCDFE}"/>
          </ac:spMkLst>
        </pc:spChg>
        <pc:spChg chg="mod">
          <ac:chgData name="Andres Flores" userId="cbb745aa252d2737" providerId="LiveId" clId="{5B02DD72-2521-4955-B22A-9213A9536617}" dt="2026-04-13T20:15:04.437" v="600"/>
          <ac:spMkLst>
            <pc:docMk/>
            <pc:sldMk cId="3453658217" sldId="261"/>
            <ac:spMk id="11" creationId="{47BFB79D-F288-D847-3EF2-A08A88581A93}"/>
          </ac:spMkLst>
        </pc:spChg>
        <pc:spChg chg="add del mod">
          <ac:chgData name="Andres Flores" userId="cbb745aa252d2737" providerId="LiveId" clId="{5B02DD72-2521-4955-B22A-9213A9536617}" dt="2026-04-13T20:15:50.644" v="623" actId="478"/>
          <ac:spMkLst>
            <pc:docMk/>
            <pc:sldMk cId="3453658217" sldId="261"/>
            <ac:spMk id="14" creationId="{9D2F297A-AAD8-02A5-7897-C001DE3B5332}"/>
          </ac:spMkLst>
        </pc:spChg>
        <pc:grpChg chg="add mod">
          <ac:chgData name="Andres Flores" userId="cbb745aa252d2737" providerId="LiveId" clId="{5B02DD72-2521-4955-B22A-9213A9536617}" dt="2026-04-13T20:15:04.437" v="600"/>
          <ac:grpSpMkLst>
            <pc:docMk/>
            <pc:sldMk cId="3453658217" sldId="261"/>
            <ac:grpSpMk id="2" creationId="{BB0FD574-D6F3-BAA4-1EC5-B8EFBDF7F4B6}"/>
          </ac:grpSpMkLst>
        </pc:grpChg>
        <pc:picChg chg="mod">
          <ac:chgData name="Andres Flores" userId="cbb745aa252d2737" providerId="LiveId" clId="{5B02DD72-2521-4955-B22A-9213A9536617}" dt="2026-04-13T20:15:04.437" v="600"/>
          <ac:picMkLst>
            <pc:docMk/>
            <pc:sldMk cId="3453658217" sldId="261"/>
            <ac:picMk id="4" creationId="{30977123-69CD-1EDF-D291-18FD4E8094EA}"/>
          </ac:picMkLst>
        </pc:picChg>
        <pc:picChg chg="mod">
          <ac:chgData name="Andres Flores" userId="cbb745aa252d2737" providerId="LiveId" clId="{5B02DD72-2521-4955-B22A-9213A9536617}" dt="2026-04-13T20:15:04.437" v="600"/>
          <ac:picMkLst>
            <pc:docMk/>
            <pc:sldMk cId="3453658217" sldId="261"/>
            <ac:picMk id="5" creationId="{89237971-AFD1-186B-A8D3-D3FBCD9F08EB}"/>
          </ac:picMkLst>
        </pc:picChg>
        <pc:picChg chg="mod">
          <ac:chgData name="Andres Flores" userId="cbb745aa252d2737" providerId="LiveId" clId="{5B02DD72-2521-4955-B22A-9213A9536617}" dt="2026-04-13T20:15:04.437" v="600"/>
          <ac:picMkLst>
            <pc:docMk/>
            <pc:sldMk cId="3453658217" sldId="261"/>
            <ac:picMk id="6" creationId="{879CB2D3-C10B-46A3-2B56-CD8A39C9B56C}"/>
          </ac:picMkLst>
        </pc:picChg>
        <pc:picChg chg="mod">
          <ac:chgData name="Andres Flores" userId="cbb745aa252d2737" providerId="LiveId" clId="{5B02DD72-2521-4955-B22A-9213A9536617}" dt="2026-04-13T20:15:04.437" v="600"/>
          <ac:picMkLst>
            <pc:docMk/>
            <pc:sldMk cId="3453658217" sldId="261"/>
            <ac:picMk id="7" creationId="{8B0D358E-E0BD-682C-ADBA-26BAF487ADFD}"/>
          </ac:picMkLst>
        </pc:picChg>
        <pc:picChg chg="mod">
          <ac:chgData name="Andres Flores" userId="cbb745aa252d2737" providerId="LiveId" clId="{5B02DD72-2521-4955-B22A-9213A9536617}" dt="2026-04-13T20:15:04.437" v="600"/>
          <ac:picMkLst>
            <pc:docMk/>
            <pc:sldMk cId="3453658217" sldId="261"/>
            <ac:picMk id="8" creationId="{A889D3CF-EB19-BEA3-347B-2135CF1F8C74}"/>
          </ac:picMkLst>
        </pc:picChg>
        <pc:picChg chg="add mod modCrop">
          <ac:chgData name="Andres Flores" userId="cbb745aa252d2737" providerId="LiveId" clId="{5B02DD72-2521-4955-B22A-9213A9536617}" dt="2026-04-13T22:22:01.156" v="630" actId="1076"/>
          <ac:picMkLst>
            <pc:docMk/>
            <pc:sldMk cId="3453658217" sldId="261"/>
            <ac:picMk id="13" creationId="{9877896A-FD06-A4F1-FA0B-F71CDB0FD389}"/>
          </ac:picMkLst>
        </pc:picChg>
      </pc:sldChg>
      <pc:sldChg chg="addSp delSp modSp new mod">
        <pc:chgData name="Andres Flores" userId="cbb745aa252d2737" providerId="LiveId" clId="{5B02DD72-2521-4955-B22A-9213A9536617}" dt="2026-04-13T22:53:56.705" v="722" actId="21"/>
        <pc:sldMkLst>
          <pc:docMk/>
          <pc:sldMk cId="3125139032" sldId="262"/>
        </pc:sldMkLst>
        <pc:spChg chg="add mod">
          <ac:chgData name="Andres Flores" userId="cbb745aa252d2737" providerId="LiveId" clId="{5B02DD72-2521-4955-B22A-9213A9536617}" dt="2026-04-13T22:53:50.386" v="719" actId="164"/>
          <ac:spMkLst>
            <pc:docMk/>
            <pc:sldMk cId="3125139032" sldId="262"/>
            <ac:spMk id="3" creationId="{7C49AF6C-2AE8-D400-CB4B-940B28D3527D}"/>
          </ac:spMkLst>
        </pc:spChg>
        <pc:spChg chg="add mod">
          <ac:chgData name="Andres Flores" userId="cbb745aa252d2737" providerId="LiveId" clId="{5B02DD72-2521-4955-B22A-9213A9536617}" dt="2026-04-13T22:53:50.386" v="719" actId="164"/>
          <ac:spMkLst>
            <pc:docMk/>
            <pc:sldMk cId="3125139032" sldId="262"/>
            <ac:spMk id="4" creationId="{3B5EB4F8-A97E-06AC-72FA-4E8707752D6C}"/>
          </ac:spMkLst>
        </pc:spChg>
        <pc:spChg chg="mod">
          <ac:chgData name="Andres Flores" userId="cbb745aa252d2737" providerId="LiveId" clId="{5B02DD72-2521-4955-B22A-9213A9536617}" dt="2026-04-13T22:53:53.746" v="720"/>
          <ac:spMkLst>
            <pc:docMk/>
            <pc:sldMk cId="3125139032" sldId="262"/>
            <ac:spMk id="11" creationId="{31BDBF81-9ACA-491F-D186-BBA1CDAA9051}"/>
          </ac:spMkLst>
        </pc:spChg>
        <pc:spChg chg="mod">
          <ac:chgData name="Andres Flores" userId="cbb745aa252d2737" providerId="LiveId" clId="{5B02DD72-2521-4955-B22A-9213A9536617}" dt="2026-04-13T22:53:53.746" v="720"/>
          <ac:spMkLst>
            <pc:docMk/>
            <pc:sldMk cId="3125139032" sldId="262"/>
            <ac:spMk id="12" creationId="{3CA1E91D-84B5-64A7-F7C5-C78E24166525}"/>
          </ac:spMkLst>
        </pc:spChg>
        <pc:grpChg chg="add mod">
          <ac:chgData name="Andres Flores" userId="cbb745aa252d2737" providerId="LiveId" clId="{5B02DD72-2521-4955-B22A-9213A9536617}" dt="2026-04-13T22:53:50.386" v="719" actId="164"/>
          <ac:grpSpMkLst>
            <pc:docMk/>
            <pc:sldMk cId="3125139032" sldId="262"/>
            <ac:grpSpMk id="8" creationId="{F0B81AFC-6F34-08E9-C589-8B63063BB69E}"/>
          </ac:grpSpMkLst>
        </pc:grpChg>
        <pc:grpChg chg="add mod">
          <ac:chgData name="Andres Flores" userId="cbb745aa252d2737" providerId="LiveId" clId="{5B02DD72-2521-4955-B22A-9213A9536617}" dt="2026-04-13T22:53:53.746" v="720"/>
          <ac:grpSpMkLst>
            <pc:docMk/>
            <pc:sldMk cId="3125139032" sldId="262"/>
            <ac:grpSpMk id="9" creationId="{30B43504-4C9F-90BB-B89F-483ED60FDDEF}"/>
          </ac:grpSpMkLst>
        </pc:grpChg>
        <pc:picChg chg="add mod">
          <ac:chgData name="Andres Flores" userId="cbb745aa252d2737" providerId="LiveId" clId="{5B02DD72-2521-4955-B22A-9213A9536617}" dt="2026-04-13T22:53:50.386" v="719" actId="164"/>
          <ac:picMkLst>
            <pc:docMk/>
            <pc:sldMk cId="3125139032" sldId="262"/>
            <ac:picMk id="2" creationId="{79A5558B-D791-9B2B-913B-274A33730B28}"/>
          </ac:picMkLst>
        </pc:picChg>
        <pc:picChg chg="mod">
          <ac:chgData name="Andres Flores" userId="cbb745aa252d2737" providerId="LiveId" clId="{5B02DD72-2521-4955-B22A-9213A9536617}" dt="2026-04-13T22:53:53.746" v="720"/>
          <ac:picMkLst>
            <pc:docMk/>
            <pc:sldMk cId="3125139032" sldId="262"/>
            <ac:picMk id="10" creationId="{7527911A-6853-7219-0860-38B93BB4DDA7}"/>
          </ac:picMkLst>
        </pc:picChg>
        <pc:picChg chg="add del">
          <ac:chgData name="Andres Flores" userId="cbb745aa252d2737" providerId="LiveId" clId="{5B02DD72-2521-4955-B22A-9213A9536617}" dt="2026-04-13T22:53:56.705" v="722" actId="21"/>
          <ac:picMkLst>
            <pc:docMk/>
            <pc:sldMk cId="3125139032" sldId="262"/>
            <ac:picMk id="15" creationId="{1B6D948C-3779-617C-AA24-EA25370A8C1E}"/>
          </ac:picMkLst>
        </pc:picChg>
        <pc:cxnChg chg="add mod">
          <ac:chgData name="Andres Flores" userId="cbb745aa252d2737" providerId="LiveId" clId="{5B02DD72-2521-4955-B22A-9213A9536617}" dt="2026-04-13T22:53:50.386" v="719" actId="164"/>
          <ac:cxnSpMkLst>
            <pc:docMk/>
            <pc:sldMk cId="3125139032" sldId="262"/>
            <ac:cxnSpMk id="6" creationId="{3CEEC4AD-7B3C-D831-B140-A7B1B36C50DF}"/>
          </ac:cxnSpMkLst>
        </pc:cxnChg>
        <pc:cxnChg chg="mod">
          <ac:chgData name="Andres Flores" userId="cbb745aa252d2737" providerId="LiveId" clId="{5B02DD72-2521-4955-B22A-9213A9536617}" dt="2026-04-13T22:53:53.746" v="720"/>
          <ac:cxnSpMkLst>
            <pc:docMk/>
            <pc:sldMk cId="3125139032" sldId="262"/>
            <ac:cxnSpMk id="13" creationId="{4CD6B18A-18C1-4D6B-47AF-32DC5D352EC8}"/>
          </ac:cxnSpMkLst>
        </pc:cxnChg>
      </pc:sldChg>
      <pc:sldChg chg="addSp delSp modSp new mod">
        <pc:chgData name="Andres Flores" userId="cbb745aa252d2737" providerId="LiveId" clId="{5B02DD72-2521-4955-B22A-9213A9536617}" dt="2026-04-13T22:54:09.888" v="726" actId="21"/>
        <pc:sldMkLst>
          <pc:docMk/>
          <pc:sldMk cId="4119995374" sldId="263"/>
        </pc:sldMkLst>
        <pc:spChg chg="add del mod">
          <ac:chgData name="Andres Flores" userId="cbb745aa252d2737" providerId="LiveId" clId="{5B02DD72-2521-4955-B22A-9213A9536617}" dt="2026-04-13T22:51:13.247" v="683" actId="478"/>
          <ac:spMkLst>
            <pc:docMk/>
            <pc:sldMk cId="4119995374" sldId="263"/>
            <ac:spMk id="3" creationId="{D5D6B04F-5D6B-2752-7E34-2A74BB7D0FEE}"/>
          </ac:spMkLst>
        </pc:spChg>
        <pc:spChg chg="add mod">
          <ac:chgData name="Andres Flores" userId="cbb745aa252d2737" providerId="LiveId" clId="{5B02DD72-2521-4955-B22A-9213A9536617}" dt="2026-04-13T22:54:05.240" v="723" actId="164"/>
          <ac:spMkLst>
            <pc:docMk/>
            <pc:sldMk cId="4119995374" sldId="263"/>
            <ac:spMk id="4" creationId="{666FD7BB-FAFE-622D-FB10-749D5E2127F2}"/>
          </ac:spMkLst>
        </pc:spChg>
        <pc:spChg chg="add mod">
          <ac:chgData name="Andres Flores" userId="cbb745aa252d2737" providerId="LiveId" clId="{5B02DD72-2521-4955-B22A-9213A9536617}" dt="2026-04-13T22:51:20.880" v="685"/>
          <ac:spMkLst>
            <pc:docMk/>
            <pc:sldMk cId="4119995374" sldId="263"/>
            <ac:spMk id="6" creationId="{B7FDF252-A606-E2E5-9A7C-B9953281FB96}"/>
          </ac:spMkLst>
        </pc:spChg>
        <pc:spChg chg="add mod">
          <ac:chgData name="Andres Flores" userId="cbb745aa252d2737" providerId="LiveId" clId="{5B02DD72-2521-4955-B22A-9213A9536617}" dt="2026-04-13T22:54:05.240" v="723" actId="164"/>
          <ac:spMkLst>
            <pc:docMk/>
            <pc:sldMk cId="4119995374" sldId="263"/>
            <ac:spMk id="9" creationId="{E6D37998-7BDF-E8FE-640C-50068E075C1F}"/>
          </ac:spMkLst>
        </pc:spChg>
        <pc:spChg chg="add del mod">
          <ac:chgData name="Andres Flores" userId="cbb745aa252d2737" providerId="LiveId" clId="{5B02DD72-2521-4955-B22A-9213A9536617}" dt="2026-04-13T22:53:35.915" v="718" actId="11529"/>
          <ac:spMkLst>
            <pc:docMk/>
            <pc:sldMk cId="4119995374" sldId="263"/>
            <ac:spMk id="14" creationId="{BC9616F6-26E4-37F8-1607-9F7BBDD9FAC9}"/>
          </ac:spMkLst>
        </pc:spChg>
        <pc:spChg chg="mod">
          <ac:chgData name="Andres Flores" userId="cbb745aa252d2737" providerId="LiveId" clId="{5B02DD72-2521-4955-B22A-9213A9536617}" dt="2026-04-13T22:54:06.594" v="724"/>
          <ac:spMkLst>
            <pc:docMk/>
            <pc:sldMk cId="4119995374" sldId="263"/>
            <ac:spMk id="18" creationId="{55150C10-5C44-E7ED-CBE0-A5085ECD1D60}"/>
          </ac:spMkLst>
        </pc:spChg>
        <pc:spChg chg="mod">
          <ac:chgData name="Andres Flores" userId="cbb745aa252d2737" providerId="LiveId" clId="{5B02DD72-2521-4955-B22A-9213A9536617}" dt="2026-04-13T22:54:06.594" v="724"/>
          <ac:spMkLst>
            <pc:docMk/>
            <pc:sldMk cId="4119995374" sldId="263"/>
            <ac:spMk id="21" creationId="{5E205B20-2220-D549-0BD6-A1282A1EBF10}"/>
          </ac:spMkLst>
        </pc:spChg>
        <pc:grpChg chg="add mod">
          <ac:chgData name="Andres Flores" userId="cbb745aa252d2737" providerId="LiveId" clId="{5B02DD72-2521-4955-B22A-9213A9536617}" dt="2026-04-13T22:54:05.240" v="723" actId="164"/>
          <ac:grpSpMkLst>
            <pc:docMk/>
            <pc:sldMk cId="4119995374" sldId="263"/>
            <ac:grpSpMk id="15" creationId="{4812A7DE-6B88-CC40-8848-497F40F75896}"/>
          </ac:grpSpMkLst>
        </pc:grpChg>
        <pc:grpChg chg="add mod">
          <ac:chgData name="Andres Flores" userId="cbb745aa252d2737" providerId="LiveId" clId="{5B02DD72-2521-4955-B22A-9213A9536617}" dt="2026-04-13T22:54:06.594" v="724"/>
          <ac:grpSpMkLst>
            <pc:docMk/>
            <pc:sldMk cId="4119995374" sldId="263"/>
            <ac:grpSpMk id="16" creationId="{F3EEFF97-49F7-5A79-23D6-97F0ED8DA0A1}"/>
          </ac:grpSpMkLst>
        </pc:grpChg>
        <pc:picChg chg="add mod">
          <ac:chgData name="Andres Flores" userId="cbb745aa252d2737" providerId="LiveId" clId="{5B02DD72-2521-4955-B22A-9213A9536617}" dt="2026-04-13T22:54:05.240" v="723" actId="164"/>
          <ac:picMkLst>
            <pc:docMk/>
            <pc:sldMk cId="4119995374" sldId="263"/>
            <ac:picMk id="2" creationId="{DC80D048-B432-E95D-2129-911ED3B5E72D}"/>
          </ac:picMkLst>
        </pc:picChg>
        <pc:picChg chg="mod">
          <ac:chgData name="Andres Flores" userId="cbb745aa252d2737" providerId="LiveId" clId="{5B02DD72-2521-4955-B22A-9213A9536617}" dt="2026-04-13T22:54:06.594" v="724"/>
          <ac:picMkLst>
            <pc:docMk/>
            <pc:sldMk cId="4119995374" sldId="263"/>
            <ac:picMk id="17" creationId="{8185FD72-ADB7-3A7A-CAE0-3EBD09756236}"/>
          </ac:picMkLst>
        </pc:picChg>
        <pc:picChg chg="add del">
          <ac:chgData name="Andres Flores" userId="cbb745aa252d2737" providerId="LiveId" clId="{5B02DD72-2521-4955-B22A-9213A9536617}" dt="2026-04-13T22:54:09.888" v="726" actId="21"/>
          <ac:picMkLst>
            <pc:docMk/>
            <pc:sldMk cId="4119995374" sldId="263"/>
            <ac:picMk id="23" creationId="{243A07AC-EDFC-EE6B-BE2B-0C3E425E4DA9}"/>
          </ac:picMkLst>
        </pc:picChg>
        <pc:cxnChg chg="add mod">
          <ac:chgData name="Andres Flores" userId="cbb745aa252d2737" providerId="LiveId" clId="{5B02DD72-2521-4955-B22A-9213A9536617}" dt="2026-04-13T22:54:05.240" v="723" actId="164"/>
          <ac:cxnSpMkLst>
            <pc:docMk/>
            <pc:sldMk cId="4119995374" sldId="263"/>
            <ac:cxnSpMk id="5" creationId="{7FF3F184-C1C6-714E-9FAC-41AEE5B0EBE8}"/>
          </ac:cxnSpMkLst>
        </pc:cxnChg>
        <pc:cxnChg chg="add mod">
          <ac:chgData name="Andres Flores" userId="cbb745aa252d2737" providerId="LiveId" clId="{5B02DD72-2521-4955-B22A-9213A9536617}" dt="2026-04-13T22:51:20.880" v="685"/>
          <ac:cxnSpMkLst>
            <pc:docMk/>
            <pc:sldMk cId="4119995374" sldId="263"/>
            <ac:cxnSpMk id="7" creationId="{38692F56-DE52-B078-1B86-83355A58780A}"/>
          </ac:cxnSpMkLst>
        </pc:cxnChg>
        <pc:cxnChg chg="add mod">
          <ac:chgData name="Andres Flores" userId="cbb745aa252d2737" providerId="LiveId" clId="{5B02DD72-2521-4955-B22A-9213A9536617}" dt="2026-04-13T22:54:05.240" v="723" actId="164"/>
          <ac:cxnSpMkLst>
            <pc:docMk/>
            <pc:sldMk cId="4119995374" sldId="263"/>
            <ac:cxnSpMk id="8" creationId="{9310E68D-2B48-F5E4-5BD6-B67B3561CD2B}"/>
          </ac:cxnSpMkLst>
        </pc:cxnChg>
        <pc:cxnChg chg="mod">
          <ac:chgData name="Andres Flores" userId="cbb745aa252d2737" providerId="LiveId" clId="{5B02DD72-2521-4955-B22A-9213A9536617}" dt="2026-04-13T22:54:06.594" v="724"/>
          <ac:cxnSpMkLst>
            <pc:docMk/>
            <pc:sldMk cId="4119995374" sldId="263"/>
            <ac:cxnSpMk id="19" creationId="{1E9D5052-02F9-DF11-9970-1C8F095833D0}"/>
          </ac:cxnSpMkLst>
        </pc:cxnChg>
        <pc:cxnChg chg="mod">
          <ac:chgData name="Andres Flores" userId="cbb745aa252d2737" providerId="LiveId" clId="{5B02DD72-2521-4955-B22A-9213A9536617}" dt="2026-04-13T22:54:06.594" v="724"/>
          <ac:cxnSpMkLst>
            <pc:docMk/>
            <pc:sldMk cId="4119995374" sldId="263"/>
            <ac:cxnSpMk id="20" creationId="{E7DBFF4E-C785-9DF3-835A-8FDDC7792E79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731E7-1792-3DA6-2D8C-F640F3BBB2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2EF295-FA12-5B15-8C28-B92ADE80F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FE7435-C3AE-AE45-E524-A254FB7C8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42574-C446-4317-BDA1-9228D3A455E0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A6BA36-E0DD-4BB0-B9F9-D32A7ACC36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53F261-6C48-4D1D-A2CF-CE515B570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889-ADA6-4D56-90BE-C3537D1915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15260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B6C22-19CC-1C1F-7CCD-B8A1A0A98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479047-003D-CD51-AFAF-E098647E42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D548A9-F3EC-96F1-9E25-6BA7D62E1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42574-C446-4317-BDA1-9228D3A455E0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3D03C2-34FB-6F68-FC9D-223C0222C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765579-D02E-7602-18AE-8F29944E59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889-ADA6-4D56-90BE-C3537D1915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8070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41984-B31E-8977-0AB1-98DF7FC9E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4758D3-4D69-4C93-059B-7B29621840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2408E8-C42C-2E01-F9EC-D8F42DA698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42574-C446-4317-BDA1-9228D3A455E0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183009-0150-0B2F-D5C5-2DD5C47281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B9ACB3-AEFD-47B5-3529-997033171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889-ADA6-4D56-90BE-C3537D1915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2385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59527-5538-71D7-4D6B-D6122C5B5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A7DD59-DCC5-9A6B-ABD3-ED95E52DD0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B60A51-B3A8-3058-1BAB-718F04BED3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C3BDC4-7E34-6C19-3780-142175CCA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42574-C446-4317-BDA1-9228D3A455E0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6B5743-EF8B-DB0E-B08F-FA389143C6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8BB454-B7F4-CBB4-B481-FD8DA71D9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889-ADA6-4D56-90BE-C3537D1915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435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77993-6610-CFE8-7BE6-174BF31D3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F63615-2B30-F2F1-3860-715C02D1A1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FDDB58-374D-8F23-3BE2-DE6A0AB3A3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EFDF48-647A-68DA-9506-531703CD02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F955E5-A6F0-3561-323B-9E3DD30DBA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1A9AD8-3578-E4B8-0DFD-93F167B500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42574-C446-4317-BDA1-9228D3A455E0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647CE0D-5C22-45B5-2613-60872F41D9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441C91-FFAA-131D-BAB4-72A1A4882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889-ADA6-4D56-90BE-C3537D1915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120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52F5D-7D19-C50B-B74D-76DFCB6A65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941C979-7750-FAFA-070C-E38E20A2B6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42574-C446-4317-BDA1-9228D3A455E0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AD2878-BDA6-89FF-5BFF-B76CF4E1A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E8F249-1E62-A8A5-D9F0-4151D37BF4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889-ADA6-4D56-90BE-C3537D1915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0538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C9E6A2-B3C0-D640-30C7-03134BD92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42574-C446-4317-BDA1-9228D3A455E0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B767D7-734C-DA1D-C614-BBCAD070E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10B24B-327F-3513-70BC-0181936FD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889-ADA6-4D56-90BE-C3537D1915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596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C6DD5-02D2-A671-732A-B2C07DA0B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7906EC-E5BE-409E-99DC-43AA59FD0D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3F34BF-7A40-3B5A-523D-FF059C7D81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7D02DC-9C91-06E3-85E4-4D518F8D25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42574-C446-4317-BDA1-9228D3A455E0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2E6068-4728-FE28-4926-A15DA50EC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B56D98-C6F5-4EAD-D5EB-ECB80BEBC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889-ADA6-4D56-90BE-C3537D1915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27187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375EF-FEA9-19F8-630D-70F04611E4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C13AC0F-5546-11FC-FEC5-0354008DC8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8EF21A-0690-FD9B-6CA7-0F9BEC31F9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7E17D7-F73A-CDD9-6623-4545C1E187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42574-C446-4317-BDA1-9228D3A455E0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14A847-FFA9-B317-C25B-15DFF50F75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50B85C-FC4A-0326-B9C8-7A8241A83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889-ADA6-4D56-90BE-C3537D1915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85151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9BA81-1AF6-811D-D2AD-14EC03345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C57A49-D525-4C25-1B5A-CC930F5706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8A8143-56F8-C22A-3479-E17A4CA49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42574-C446-4317-BDA1-9228D3A455E0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84190F-35F1-C60E-2B25-F4F9A54AF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718891-E742-7B64-A1C4-7BC801333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889-ADA6-4D56-90BE-C3537D1915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13665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7986BE-7943-1923-DB15-294EE2277C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0FFA7D-5D7B-E9C6-CFC0-3689A156B3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628ACE-B540-12E5-7F2B-AA13084CA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42574-C446-4317-BDA1-9228D3A455E0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895D1B-9221-7A0E-45E2-6ED71E973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2D3CC8-7471-67C4-3E83-11955461E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889-ADA6-4D56-90BE-C3537D1915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15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CAEEC1-87B9-9220-13FA-1E9D39512F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6F57DF-4DBF-587A-6390-E572BEFE39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082A72-ED8C-4758-5575-4E28C1EB12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742574-C446-4317-BDA1-9228D3A455E0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B94C14-A997-9361-9065-3CE8421E58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3FF115-05A9-F529-10D9-BCA3486C6D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8F9889-ADA6-4D56-90BE-C3537D1915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257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97094F47-3185-209C-AE29-660518BC12AC}"/>
              </a:ext>
            </a:extLst>
          </p:cNvPr>
          <p:cNvGrpSpPr/>
          <p:nvPr/>
        </p:nvGrpSpPr>
        <p:grpSpPr>
          <a:xfrm>
            <a:off x="-1494497" y="457200"/>
            <a:ext cx="15180995" cy="5943600"/>
            <a:chOff x="-1494497" y="457200"/>
            <a:chExt cx="15180995" cy="59436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18669597-4F88-D3D2-C300-C4A2C46B03D5}"/>
                </a:ext>
              </a:extLst>
            </p:cNvPr>
            <p:cNvSpPr/>
            <p:nvPr/>
          </p:nvSpPr>
          <p:spPr>
            <a:xfrm>
              <a:off x="381000" y="457200"/>
              <a:ext cx="11430000" cy="5943600"/>
            </a:xfrm>
            <a:prstGeom prst="rect">
              <a:avLst/>
            </a:prstGeom>
            <a:solidFill>
              <a:srgbClr val="00B0F0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26D4549A-535D-242F-AED5-96E47D7A75C7}"/>
                </a:ext>
              </a:extLst>
            </p:cNvPr>
            <p:cNvGrpSpPr/>
            <p:nvPr/>
          </p:nvGrpSpPr>
          <p:grpSpPr>
            <a:xfrm>
              <a:off x="-1494497" y="611986"/>
              <a:ext cx="15180995" cy="5634028"/>
              <a:chOff x="-1265898" y="617219"/>
              <a:chExt cx="15180995" cy="5634028"/>
            </a:xfrm>
          </p:grpSpPr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F999A63C-3E32-F56D-C96D-ED34CD591C3C}"/>
                  </a:ext>
                </a:extLst>
              </p:cNvPr>
              <p:cNvSpPr/>
              <p:nvPr/>
            </p:nvSpPr>
            <p:spPr>
              <a:xfrm>
                <a:off x="1066800" y="685800"/>
                <a:ext cx="10515600" cy="5486400"/>
              </a:xfrm>
              <a:custGeom>
                <a:avLst/>
                <a:gdLst>
                  <a:gd name="csX0" fmla="*/ 7772400 w 10515600"/>
                  <a:gd name="csY0" fmla="*/ 914400 h 5486400"/>
                  <a:gd name="csX1" fmla="*/ 5943600 w 10515600"/>
                  <a:gd name="csY1" fmla="*/ 2743200 h 5486400"/>
                  <a:gd name="csX2" fmla="*/ 7772400 w 10515600"/>
                  <a:gd name="csY2" fmla="*/ 4572000 h 5486400"/>
                  <a:gd name="csX3" fmla="*/ 9601200 w 10515600"/>
                  <a:gd name="csY3" fmla="*/ 2743200 h 5486400"/>
                  <a:gd name="csX4" fmla="*/ 7772400 w 10515600"/>
                  <a:gd name="csY4" fmla="*/ 914400 h 5486400"/>
                  <a:gd name="csX5" fmla="*/ 2743200 w 10515600"/>
                  <a:gd name="csY5" fmla="*/ 914400 h 5486400"/>
                  <a:gd name="csX6" fmla="*/ 914400 w 10515600"/>
                  <a:gd name="csY6" fmla="*/ 2743200 h 5486400"/>
                  <a:gd name="csX7" fmla="*/ 2743200 w 10515600"/>
                  <a:gd name="csY7" fmla="*/ 4572000 h 5486400"/>
                  <a:gd name="csX8" fmla="*/ 4572000 w 10515600"/>
                  <a:gd name="csY8" fmla="*/ 2743200 h 5486400"/>
                  <a:gd name="csX9" fmla="*/ 2743200 w 10515600"/>
                  <a:gd name="csY9" fmla="*/ 914400 h 5486400"/>
                  <a:gd name="csX10" fmla="*/ 2743200 w 10515600"/>
                  <a:gd name="csY10" fmla="*/ 0 h 5486400"/>
                  <a:gd name="csX11" fmla="*/ 5155311 w 10515600"/>
                  <a:gd name="csY11" fmla="*/ 1435628 h 5486400"/>
                  <a:gd name="csX12" fmla="*/ 5257800 w 10515600"/>
                  <a:gd name="csY12" fmla="*/ 1648383 h 5486400"/>
                  <a:gd name="csX13" fmla="*/ 5360290 w 10515600"/>
                  <a:gd name="csY13" fmla="*/ 1435628 h 5486400"/>
                  <a:gd name="csX14" fmla="*/ 7772400 w 10515600"/>
                  <a:gd name="csY14" fmla="*/ 0 h 5486400"/>
                  <a:gd name="csX15" fmla="*/ 10515600 w 10515600"/>
                  <a:gd name="csY15" fmla="*/ 2743200 h 5486400"/>
                  <a:gd name="csX16" fmla="*/ 7772400 w 10515600"/>
                  <a:gd name="csY16" fmla="*/ 5486400 h 5486400"/>
                  <a:gd name="csX17" fmla="*/ 5360290 w 10515600"/>
                  <a:gd name="csY17" fmla="*/ 4050772 h 5486400"/>
                  <a:gd name="csX18" fmla="*/ 5257800 w 10515600"/>
                  <a:gd name="csY18" fmla="*/ 3838017 h 5486400"/>
                  <a:gd name="csX19" fmla="*/ 5155311 w 10515600"/>
                  <a:gd name="csY19" fmla="*/ 4050772 h 5486400"/>
                  <a:gd name="csX20" fmla="*/ 2743200 w 10515600"/>
                  <a:gd name="csY20" fmla="*/ 5486400 h 5486400"/>
                  <a:gd name="csX21" fmla="*/ 0 w 10515600"/>
                  <a:gd name="csY21" fmla="*/ 2743200 h 5486400"/>
                  <a:gd name="csX22" fmla="*/ 2743200 w 10515600"/>
                  <a:gd name="csY22" fmla="*/ 0 h 5486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</a:cxnLst>
                <a:rect l="l" t="t" r="r" b="b"/>
                <a:pathLst>
                  <a:path w="10515600" h="5486400">
                    <a:moveTo>
                      <a:pt x="7772400" y="914400"/>
                    </a:moveTo>
                    <a:cubicBezTo>
                      <a:pt x="6762382" y="914400"/>
                      <a:pt x="5943600" y="1733182"/>
                      <a:pt x="5943600" y="2743200"/>
                    </a:cubicBezTo>
                    <a:cubicBezTo>
                      <a:pt x="5943600" y="3753218"/>
                      <a:pt x="6762382" y="4572000"/>
                      <a:pt x="7772400" y="4572000"/>
                    </a:cubicBezTo>
                    <a:cubicBezTo>
                      <a:pt x="8782418" y="4572000"/>
                      <a:pt x="9601200" y="3753218"/>
                      <a:pt x="9601200" y="2743200"/>
                    </a:cubicBezTo>
                    <a:cubicBezTo>
                      <a:pt x="9601200" y="1733182"/>
                      <a:pt x="8782418" y="914400"/>
                      <a:pt x="7772400" y="914400"/>
                    </a:cubicBezTo>
                    <a:close/>
                    <a:moveTo>
                      <a:pt x="2743200" y="914400"/>
                    </a:moveTo>
                    <a:cubicBezTo>
                      <a:pt x="1733182" y="914400"/>
                      <a:pt x="914400" y="1733182"/>
                      <a:pt x="914400" y="2743200"/>
                    </a:cubicBezTo>
                    <a:cubicBezTo>
                      <a:pt x="914400" y="3753218"/>
                      <a:pt x="1733182" y="4572000"/>
                      <a:pt x="2743200" y="4572000"/>
                    </a:cubicBezTo>
                    <a:cubicBezTo>
                      <a:pt x="3753218" y="4572000"/>
                      <a:pt x="4572000" y="3753218"/>
                      <a:pt x="4572000" y="2743200"/>
                    </a:cubicBezTo>
                    <a:cubicBezTo>
                      <a:pt x="4572000" y="1733182"/>
                      <a:pt x="3753218" y="914400"/>
                      <a:pt x="2743200" y="914400"/>
                    </a:cubicBezTo>
                    <a:close/>
                    <a:moveTo>
                      <a:pt x="2743200" y="0"/>
                    </a:moveTo>
                    <a:cubicBezTo>
                      <a:pt x="3784782" y="0"/>
                      <a:pt x="4690780" y="580503"/>
                      <a:pt x="5155311" y="1435628"/>
                    </a:cubicBezTo>
                    <a:lnTo>
                      <a:pt x="5257800" y="1648383"/>
                    </a:lnTo>
                    <a:lnTo>
                      <a:pt x="5360290" y="1435628"/>
                    </a:lnTo>
                    <a:cubicBezTo>
                      <a:pt x="5824821" y="580503"/>
                      <a:pt x="6730818" y="0"/>
                      <a:pt x="7772400" y="0"/>
                    </a:cubicBezTo>
                    <a:cubicBezTo>
                      <a:pt x="9287428" y="0"/>
                      <a:pt x="10515600" y="1228172"/>
                      <a:pt x="10515600" y="2743200"/>
                    </a:cubicBezTo>
                    <a:cubicBezTo>
                      <a:pt x="10515600" y="4258228"/>
                      <a:pt x="9287428" y="5486400"/>
                      <a:pt x="7772400" y="5486400"/>
                    </a:cubicBezTo>
                    <a:cubicBezTo>
                      <a:pt x="6730818" y="5486400"/>
                      <a:pt x="5824821" y="4905897"/>
                      <a:pt x="5360290" y="4050772"/>
                    </a:cubicBezTo>
                    <a:lnTo>
                      <a:pt x="5257800" y="3838017"/>
                    </a:lnTo>
                    <a:lnTo>
                      <a:pt x="5155311" y="4050772"/>
                    </a:lnTo>
                    <a:cubicBezTo>
                      <a:pt x="4690780" y="4905897"/>
                      <a:pt x="3784782" y="5486400"/>
                      <a:pt x="2743200" y="5486400"/>
                    </a:cubicBezTo>
                    <a:cubicBezTo>
                      <a:pt x="1228172" y="5486400"/>
                      <a:pt x="0" y="4258228"/>
                      <a:pt x="0" y="2743200"/>
                    </a:cubicBezTo>
                    <a:cubicBezTo>
                      <a:pt x="0" y="1228172"/>
                      <a:pt x="1228172" y="0"/>
                      <a:pt x="2743200" y="0"/>
                    </a:cubicBezTo>
                    <a:close/>
                  </a:path>
                </a:pathLst>
              </a:custGeom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pic>
            <p:nvPicPr>
              <p:cNvPr id="38" name="Picture 37" descr="The image depicts a metallic, abstract gear with a circular pattern, suggesting a close-up view of its intricate design.&#10;&#10;AI-generated content may be incorrect.">
                <a:extLst>
                  <a:ext uri="{FF2B5EF4-FFF2-40B4-BE49-F238E27FC236}">
                    <a16:creationId xmlns:a16="http://schemas.microsoft.com/office/drawing/2014/main" id="{94660A77-9587-0265-FE74-FA212F5E68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351303">
                <a:off x="3763302" y="627687"/>
                <a:ext cx="10151795" cy="5623560"/>
              </a:xfrm>
              <a:prstGeom prst="rect">
                <a:avLst/>
              </a:prstGeom>
            </p:spPr>
          </p:pic>
          <p:sp>
            <p:nvSpPr>
              <p:cNvPr id="39" name="Teardrop 38">
                <a:extLst>
                  <a:ext uri="{FF2B5EF4-FFF2-40B4-BE49-F238E27FC236}">
                    <a16:creationId xmlns:a16="http://schemas.microsoft.com/office/drawing/2014/main" id="{E1F5FAF5-9E4C-402E-CAF9-3F2524B786CF}"/>
                  </a:ext>
                </a:extLst>
              </p:cNvPr>
              <p:cNvSpPr/>
              <p:nvPr/>
            </p:nvSpPr>
            <p:spPr>
              <a:xfrm rot="18900000" flipH="1">
                <a:off x="7010400" y="1600201"/>
                <a:ext cx="3657600" cy="3657600"/>
              </a:xfrm>
              <a:prstGeom prst="teardrop">
                <a:avLst>
                  <a:gd name="adj" fmla="val 78331"/>
                </a:avLst>
              </a:prstGeom>
              <a:solidFill>
                <a:srgbClr val="00B0F0"/>
              </a:solidFill>
              <a:ln w="38100">
                <a:solidFill>
                  <a:schemeClr val="tx1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40" name="Picture 39" descr="The image depicts a detailed, black gear with distinct, evenly spaced teeth, suggesting a mechanical or engine component.&#10;&#10;AI-generated content may be incorrect.">
                <a:extLst>
                  <a:ext uri="{FF2B5EF4-FFF2-40B4-BE49-F238E27FC236}">
                    <a16:creationId xmlns:a16="http://schemas.microsoft.com/office/drawing/2014/main" id="{7755F0FE-9419-B8C7-82EF-1D74E80757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1265898" y="617219"/>
                <a:ext cx="10151795" cy="5623560"/>
              </a:xfrm>
              <a:prstGeom prst="rect">
                <a:avLst/>
              </a:prstGeom>
            </p:spPr>
          </p:pic>
          <p:sp>
            <p:nvSpPr>
              <p:cNvPr id="41" name="Teardrop 40">
                <a:extLst>
                  <a:ext uri="{FF2B5EF4-FFF2-40B4-BE49-F238E27FC236}">
                    <a16:creationId xmlns:a16="http://schemas.microsoft.com/office/drawing/2014/main" id="{E3B28089-B57B-448D-B21C-B32EF9AE4667}"/>
                  </a:ext>
                </a:extLst>
              </p:cNvPr>
              <p:cNvSpPr/>
              <p:nvPr/>
            </p:nvSpPr>
            <p:spPr>
              <a:xfrm rot="2700000">
                <a:off x="1981200" y="1600200"/>
                <a:ext cx="3657600" cy="3657600"/>
              </a:xfrm>
              <a:prstGeom prst="teardrop">
                <a:avLst>
                  <a:gd name="adj" fmla="val 78331"/>
                </a:avLst>
              </a:prstGeom>
              <a:solidFill>
                <a:srgbClr val="00B0F0"/>
              </a:solidFill>
              <a:ln w="38100">
                <a:solidFill>
                  <a:schemeClr val="tx1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53" name="Picture 52" descr="The image depicts a simple, dark silhouette of a sphere or ovoid shape.&#10;&#10;AI-generated content may be incorrect.">
            <a:extLst>
              <a:ext uri="{FF2B5EF4-FFF2-40B4-BE49-F238E27FC236}">
                <a16:creationId xmlns:a16="http://schemas.microsoft.com/office/drawing/2014/main" id="{218BF04B-1E6D-7770-256D-D70724E47C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8662" y="-74805"/>
            <a:ext cx="4999053" cy="2769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4232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92CB803C-D1DD-61CD-1983-BCB7C99F11BD}"/>
              </a:ext>
            </a:extLst>
          </p:cNvPr>
          <p:cNvSpPr/>
          <p:nvPr/>
        </p:nvSpPr>
        <p:spPr>
          <a:xfrm>
            <a:off x="381000" y="223367"/>
            <a:ext cx="11430000" cy="6400800"/>
          </a:xfrm>
          <a:custGeom>
            <a:avLst/>
            <a:gdLst>
              <a:gd name="csX0" fmla="*/ 3200399 w 11430000"/>
              <a:gd name="csY0" fmla="*/ 457200 h 6400800"/>
              <a:gd name="csX1" fmla="*/ 457199 w 11430000"/>
              <a:gd name="csY1" fmla="*/ 3200400 h 6400800"/>
              <a:gd name="csX2" fmla="*/ 3200399 w 11430000"/>
              <a:gd name="csY2" fmla="*/ 5943600 h 6400800"/>
              <a:gd name="csX3" fmla="*/ 5612510 w 11430000"/>
              <a:gd name="csY3" fmla="*/ 4507973 h 6400800"/>
              <a:gd name="csX4" fmla="*/ 5714999 w 11430000"/>
              <a:gd name="csY4" fmla="*/ 4295217 h 6400800"/>
              <a:gd name="csX5" fmla="*/ 5817489 w 11430000"/>
              <a:gd name="csY5" fmla="*/ 4507973 h 6400800"/>
              <a:gd name="csX6" fmla="*/ 8229599 w 11430000"/>
              <a:gd name="csY6" fmla="*/ 5943600 h 6400800"/>
              <a:gd name="csX7" fmla="*/ 10972799 w 11430000"/>
              <a:gd name="csY7" fmla="*/ 3200400 h 6400800"/>
              <a:gd name="csX8" fmla="*/ 8229599 w 11430000"/>
              <a:gd name="csY8" fmla="*/ 457200 h 6400800"/>
              <a:gd name="csX9" fmla="*/ 5817489 w 11430000"/>
              <a:gd name="csY9" fmla="*/ 1892828 h 6400800"/>
              <a:gd name="csX10" fmla="*/ 5714999 w 11430000"/>
              <a:gd name="csY10" fmla="*/ 2105583 h 6400800"/>
              <a:gd name="csX11" fmla="*/ 5612510 w 11430000"/>
              <a:gd name="csY11" fmla="*/ 1892828 h 6400800"/>
              <a:gd name="csX12" fmla="*/ 3200399 w 11430000"/>
              <a:gd name="csY12" fmla="*/ 457200 h 6400800"/>
              <a:gd name="csX13" fmla="*/ 0 w 11430000"/>
              <a:gd name="csY13" fmla="*/ 0 h 6400800"/>
              <a:gd name="csX14" fmla="*/ 11430000 w 11430000"/>
              <a:gd name="csY14" fmla="*/ 0 h 6400800"/>
              <a:gd name="csX15" fmla="*/ 11430000 w 11430000"/>
              <a:gd name="csY15" fmla="*/ 6400800 h 6400800"/>
              <a:gd name="csX16" fmla="*/ 0 w 11430000"/>
              <a:gd name="csY16" fmla="*/ 6400800 h 640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1430000" h="6400800">
                <a:moveTo>
                  <a:pt x="3200399" y="457200"/>
                </a:moveTo>
                <a:cubicBezTo>
                  <a:pt x="1685371" y="457200"/>
                  <a:pt x="457199" y="1685372"/>
                  <a:pt x="457199" y="3200400"/>
                </a:cubicBezTo>
                <a:cubicBezTo>
                  <a:pt x="457199" y="4715428"/>
                  <a:pt x="1685371" y="5943600"/>
                  <a:pt x="3200399" y="5943600"/>
                </a:cubicBezTo>
                <a:cubicBezTo>
                  <a:pt x="4241981" y="5943600"/>
                  <a:pt x="5147979" y="5363097"/>
                  <a:pt x="5612510" y="4507973"/>
                </a:cubicBezTo>
                <a:lnTo>
                  <a:pt x="5714999" y="4295217"/>
                </a:lnTo>
                <a:lnTo>
                  <a:pt x="5817489" y="4507973"/>
                </a:lnTo>
                <a:cubicBezTo>
                  <a:pt x="6282020" y="5363097"/>
                  <a:pt x="7188018" y="5943600"/>
                  <a:pt x="8229599" y="5943600"/>
                </a:cubicBezTo>
                <a:cubicBezTo>
                  <a:pt x="9744627" y="5943600"/>
                  <a:pt x="10972799" y="4715428"/>
                  <a:pt x="10972799" y="3200400"/>
                </a:cubicBezTo>
                <a:cubicBezTo>
                  <a:pt x="10972799" y="1685372"/>
                  <a:pt x="9744627" y="457200"/>
                  <a:pt x="8229599" y="457200"/>
                </a:cubicBezTo>
                <a:cubicBezTo>
                  <a:pt x="7188018" y="457200"/>
                  <a:pt x="6282020" y="1037703"/>
                  <a:pt x="5817489" y="1892828"/>
                </a:cubicBezTo>
                <a:lnTo>
                  <a:pt x="5714999" y="2105583"/>
                </a:lnTo>
                <a:lnTo>
                  <a:pt x="5612510" y="1892828"/>
                </a:lnTo>
                <a:cubicBezTo>
                  <a:pt x="5147979" y="1037703"/>
                  <a:pt x="4241981" y="457200"/>
                  <a:pt x="3200399" y="457200"/>
                </a:cubicBezTo>
                <a:close/>
                <a:moveTo>
                  <a:pt x="0" y="0"/>
                </a:moveTo>
                <a:lnTo>
                  <a:pt x="11430000" y="0"/>
                </a:lnTo>
                <a:lnTo>
                  <a:pt x="11430000" y="6400800"/>
                </a:lnTo>
                <a:lnTo>
                  <a:pt x="0" y="6400800"/>
                </a:lnTo>
                <a:close/>
              </a:path>
            </a:pathLst>
          </a:custGeom>
          <a:solidFill>
            <a:srgbClr val="00B0F0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295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D477931B-7991-D19A-3905-3DE14567D9E6}"/>
              </a:ext>
            </a:extLst>
          </p:cNvPr>
          <p:cNvGrpSpPr/>
          <p:nvPr/>
        </p:nvGrpSpPr>
        <p:grpSpPr>
          <a:xfrm>
            <a:off x="-379955" y="-1652132"/>
            <a:ext cx="13343697" cy="10162263"/>
            <a:chOff x="-379955" y="-1652132"/>
            <a:chExt cx="13343697" cy="10162263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2F6735A8-F20E-CDA0-D38A-A472F9B6304C}"/>
                </a:ext>
              </a:extLst>
            </p:cNvPr>
            <p:cNvSpPr/>
            <p:nvPr/>
          </p:nvSpPr>
          <p:spPr>
            <a:xfrm>
              <a:off x="381000" y="457200"/>
              <a:ext cx="11430000" cy="59436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" name="Picture 2" descr="The image depicts a metallic, abstract gear with a circular pattern, suggesting a close-up view of its intricate design.&#10;&#10;AI-generated content may be incorrect.">
              <a:extLst>
                <a:ext uri="{FF2B5EF4-FFF2-40B4-BE49-F238E27FC236}">
                  <a16:creationId xmlns:a16="http://schemas.microsoft.com/office/drawing/2014/main" id="{9581278B-AC15-2007-D975-C8F5969ABC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4737918">
              <a:off x="3534703" y="622454"/>
              <a:ext cx="10151795" cy="5623560"/>
            </a:xfrm>
            <a:prstGeom prst="rect">
              <a:avLst/>
            </a:prstGeom>
          </p:spPr>
        </p:pic>
        <p:pic>
          <p:nvPicPr>
            <p:cNvPr id="4" name="Picture 3" descr="The image depicts a detailed, black gear with distinct, evenly spaced teeth, suggesting a mechanical or engine component.&#10;&#10;AI-generated content may be incorrect.">
              <a:extLst>
                <a:ext uri="{FF2B5EF4-FFF2-40B4-BE49-F238E27FC236}">
                  <a16:creationId xmlns:a16="http://schemas.microsoft.com/office/drawing/2014/main" id="{83FA9780-7DC8-2CC0-395F-558EAF48833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007968">
              <a:off x="-1494497" y="611986"/>
              <a:ext cx="10151795" cy="5623560"/>
            </a:xfrm>
            <a:prstGeom prst="rect">
              <a:avLst/>
            </a:prstGeom>
          </p:spPr>
        </p:pic>
        <p:pic>
          <p:nvPicPr>
            <p:cNvPr id="5" name="Picture 4" descr="The image depicts a simple, dark silhouette of a sphere or ovoid shape.&#10;&#10;AI-generated content may be incorrect.">
              <a:extLst>
                <a:ext uri="{FF2B5EF4-FFF2-40B4-BE49-F238E27FC236}">
                  <a16:creationId xmlns:a16="http://schemas.microsoft.com/office/drawing/2014/main" id="{951BA050-6A0F-6F7C-C766-25EE4C7134E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alphaModFix/>
              <a:duotone>
                <a:schemeClr val="accent6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9818739">
              <a:off x="-379955" y="-258513"/>
              <a:ext cx="6062684" cy="3358406"/>
            </a:xfrm>
            <a:prstGeom prst="rect">
              <a:avLst/>
            </a:prstGeom>
          </p:spPr>
        </p:pic>
        <p:pic>
          <p:nvPicPr>
            <p:cNvPr id="19" name="Picture 18" descr="The image depicts a simple, dark silhouette of a sphere or ovoid shape.&#10;&#10;AI-generated content may be incorrect.">
              <a:extLst>
                <a:ext uri="{FF2B5EF4-FFF2-40B4-BE49-F238E27FC236}">
                  <a16:creationId xmlns:a16="http://schemas.microsoft.com/office/drawing/2014/main" id="{296FC47B-D07B-C1CA-DE72-26F36320005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7646704">
              <a:off x="3176685" y="1642546"/>
              <a:ext cx="6062684" cy="3358406"/>
            </a:xfrm>
            <a:prstGeom prst="rect">
              <a:avLst/>
            </a:prstGeom>
          </p:spPr>
        </p:pic>
        <p:pic>
          <p:nvPicPr>
            <p:cNvPr id="20" name="Picture 19" descr="The image depicts a simple, dark silhouette of a sphere or ovoid shape.&#10;&#10;AI-generated content may be incorrect.">
              <a:extLst>
                <a:ext uri="{FF2B5EF4-FFF2-40B4-BE49-F238E27FC236}">
                  <a16:creationId xmlns:a16="http://schemas.microsoft.com/office/drawing/2014/main" id="{277A4DC8-8F77-6965-0DA0-D87ADA268F7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alphaModFix/>
              <a:duotone>
                <a:schemeClr val="accent5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9818739">
              <a:off x="6901058" y="3663903"/>
              <a:ext cx="6062684" cy="3358406"/>
            </a:xfrm>
            <a:prstGeom prst="rect">
              <a:avLst/>
            </a:prstGeom>
          </p:spPr>
        </p:pic>
        <p:sp>
          <p:nvSpPr>
            <p:cNvPr id="18" name="Teardrop 17">
              <a:extLst>
                <a:ext uri="{FF2B5EF4-FFF2-40B4-BE49-F238E27FC236}">
                  <a16:creationId xmlns:a16="http://schemas.microsoft.com/office/drawing/2014/main" id="{0C1E9631-A975-4583-DD65-DB1E4196E4A6}"/>
                </a:ext>
              </a:extLst>
            </p:cNvPr>
            <p:cNvSpPr/>
            <p:nvPr/>
          </p:nvSpPr>
          <p:spPr>
            <a:xfrm rot="18900000" flipH="1">
              <a:off x="6781801" y="1594968"/>
              <a:ext cx="3657600" cy="3657600"/>
            </a:xfrm>
            <a:prstGeom prst="teardrop">
              <a:avLst>
                <a:gd name="adj" fmla="val 78331"/>
              </a:avLst>
            </a:prstGeom>
            <a:solidFill>
              <a:srgbClr val="00B0F0"/>
            </a:solidFill>
            <a:ln w="3810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ardrop 15">
              <a:extLst>
                <a:ext uri="{FF2B5EF4-FFF2-40B4-BE49-F238E27FC236}">
                  <a16:creationId xmlns:a16="http://schemas.microsoft.com/office/drawing/2014/main" id="{8A89A2DB-D5F5-F29B-B1F5-7F9AB150A79B}"/>
                </a:ext>
              </a:extLst>
            </p:cNvPr>
            <p:cNvSpPr/>
            <p:nvPr/>
          </p:nvSpPr>
          <p:spPr>
            <a:xfrm rot="2700000">
              <a:off x="1752601" y="1594967"/>
              <a:ext cx="3657600" cy="3657600"/>
            </a:xfrm>
            <a:prstGeom prst="teardrop">
              <a:avLst>
                <a:gd name="adj" fmla="val 78331"/>
              </a:avLst>
            </a:prstGeom>
            <a:solidFill>
              <a:srgbClr val="00B0F0"/>
            </a:solidFill>
            <a:ln w="3810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5E9E434F-094D-91DE-AD48-08A2945FCD9A}"/>
                </a:ext>
              </a:extLst>
            </p:cNvPr>
            <p:cNvSpPr/>
            <p:nvPr/>
          </p:nvSpPr>
          <p:spPr>
            <a:xfrm>
              <a:off x="381000" y="223367"/>
              <a:ext cx="11430000" cy="6400800"/>
            </a:xfrm>
            <a:custGeom>
              <a:avLst/>
              <a:gdLst>
                <a:gd name="csX0" fmla="*/ 3200399 w 11430000"/>
                <a:gd name="csY0" fmla="*/ 457200 h 6400800"/>
                <a:gd name="csX1" fmla="*/ 457199 w 11430000"/>
                <a:gd name="csY1" fmla="*/ 3200400 h 6400800"/>
                <a:gd name="csX2" fmla="*/ 3200399 w 11430000"/>
                <a:gd name="csY2" fmla="*/ 5943600 h 6400800"/>
                <a:gd name="csX3" fmla="*/ 5612510 w 11430000"/>
                <a:gd name="csY3" fmla="*/ 4507973 h 6400800"/>
                <a:gd name="csX4" fmla="*/ 5714999 w 11430000"/>
                <a:gd name="csY4" fmla="*/ 4295217 h 6400800"/>
                <a:gd name="csX5" fmla="*/ 5817489 w 11430000"/>
                <a:gd name="csY5" fmla="*/ 4507973 h 6400800"/>
                <a:gd name="csX6" fmla="*/ 8229599 w 11430000"/>
                <a:gd name="csY6" fmla="*/ 5943600 h 6400800"/>
                <a:gd name="csX7" fmla="*/ 10972799 w 11430000"/>
                <a:gd name="csY7" fmla="*/ 3200400 h 6400800"/>
                <a:gd name="csX8" fmla="*/ 8229599 w 11430000"/>
                <a:gd name="csY8" fmla="*/ 457200 h 6400800"/>
                <a:gd name="csX9" fmla="*/ 5817489 w 11430000"/>
                <a:gd name="csY9" fmla="*/ 1892828 h 6400800"/>
                <a:gd name="csX10" fmla="*/ 5714999 w 11430000"/>
                <a:gd name="csY10" fmla="*/ 2105583 h 6400800"/>
                <a:gd name="csX11" fmla="*/ 5612510 w 11430000"/>
                <a:gd name="csY11" fmla="*/ 1892828 h 6400800"/>
                <a:gd name="csX12" fmla="*/ 3200399 w 11430000"/>
                <a:gd name="csY12" fmla="*/ 457200 h 6400800"/>
                <a:gd name="csX13" fmla="*/ 0 w 11430000"/>
                <a:gd name="csY13" fmla="*/ 0 h 6400800"/>
                <a:gd name="csX14" fmla="*/ 11430000 w 11430000"/>
                <a:gd name="csY14" fmla="*/ 0 h 6400800"/>
                <a:gd name="csX15" fmla="*/ 11430000 w 11430000"/>
                <a:gd name="csY15" fmla="*/ 6400800 h 6400800"/>
                <a:gd name="csX16" fmla="*/ 0 w 11430000"/>
                <a:gd name="csY16" fmla="*/ 6400800 h 64008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1430000" h="6400800">
                  <a:moveTo>
                    <a:pt x="3200399" y="457200"/>
                  </a:moveTo>
                  <a:cubicBezTo>
                    <a:pt x="1685371" y="457200"/>
                    <a:pt x="457199" y="1685372"/>
                    <a:pt x="457199" y="3200400"/>
                  </a:cubicBezTo>
                  <a:cubicBezTo>
                    <a:pt x="457199" y="4715428"/>
                    <a:pt x="1685371" y="5943600"/>
                    <a:pt x="3200399" y="5943600"/>
                  </a:cubicBezTo>
                  <a:cubicBezTo>
                    <a:pt x="4241981" y="5943600"/>
                    <a:pt x="5147979" y="5363097"/>
                    <a:pt x="5612510" y="4507973"/>
                  </a:cubicBezTo>
                  <a:lnTo>
                    <a:pt x="5714999" y="4295217"/>
                  </a:lnTo>
                  <a:lnTo>
                    <a:pt x="5817489" y="4507973"/>
                  </a:lnTo>
                  <a:cubicBezTo>
                    <a:pt x="6282020" y="5363097"/>
                    <a:pt x="7188018" y="5943600"/>
                    <a:pt x="8229599" y="5943600"/>
                  </a:cubicBezTo>
                  <a:cubicBezTo>
                    <a:pt x="9744627" y="5943600"/>
                    <a:pt x="10972799" y="4715428"/>
                    <a:pt x="10972799" y="3200400"/>
                  </a:cubicBezTo>
                  <a:cubicBezTo>
                    <a:pt x="10972799" y="1685372"/>
                    <a:pt x="9744627" y="457200"/>
                    <a:pt x="8229599" y="457200"/>
                  </a:cubicBezTo>
                  <a:cubicBezTo>
                    <a:pt x="7188018" y="457200"/>
                    <a:pt x="6282020" y="1037703"/>
                    <a:pt x="5817489" y="1892828"/>
                  </a:cubicBezTo>
                  <a:lnTo>
                    <a:pt x="5714999" y="2105583"/>
                  </a:lnTo>
                  <a:lnTo>
                    <a:pt x="5612510" y="1892828"/>
                  </a:lnTo>
                  <a:cubicBezTo>
                    <a:pt x="5147979" y="1037703"/>
                    <a:pt x="4241981" y="457200"/>
                    <a:pt x="3200399" y="457200"/>
                  </a:cubicBezTo>
                  <a:close/>
                  <a:moveTo>
                    <a:pt x="0" y="0"/>
                  </a:moveTo>
                  <a:lnTo>
                    <a:pt x="11430000" y="0"/>
                  </a:lnTo>
                  <a:lnTo>
                    <a:pt x="11430000" y="6400800"/>
                  </a:lnTo>
                  <a:lnTo>
                    <a:pt x="0" y="6400800"/>
                  </a:lnTo>
                  <a:close/>
                </a:path>
              </a:pathLst>
            </a:custGeom>
            <a:solidFill>
              <a:srgbClr val="00B0F0"/>
            </a:solidFill>
            <a:ln w="3810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0135308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The image depicts two interlocking gears with colored segments, possibly representing a mechanical or molecular structure.&#10;&#10;AI-generated content may be incorrect.">
            <a:extLst>
              <a:ext uri="{FF2B5EF4-FFF2-40B4-BE49-F238E27FC236}">
                <a16:creationId xmlns:a16="http://schemas.microsoft.com/office/drawing/2014/main" id="{9877896A-FD06-A4F1-FA0B-F71CDB0FD3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005" t="22315" r="10625" b="22315"/>
          <a:stretch>
            <a:fillRect/>
          </a:stretch>
        </p:blipFill>
        <p:spPr>
          <a:xfrm>
            <a:off x="2774950" y="1530350"/>
            <a:ext cx="6762750" cy="379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6582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079A03B7-A826-AF9B-F7F4-57025A1BCF47}"/>
              </a:ext>
            </a:extLst>
          </p:cNvPr>
          <p:cNvGrpSpPr/>
          <p:nvPr/>
        </p:nvGrpSpPr>
        <p:grpSpPr>
          <a:xfrm>
            <a:off x="2666998" y="0"/>
            <a:ext cx="6858001" cy="6858000"/>
            <a:chOff x="2666998" y="0"/>
            <a:chExt cx="6858001" cy="685800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5DB0956C-258D-55D9-CA80-AFEB42E6A57D}"/>
                </a:ext>
              </a:extLst>
            </p:cNvPr>
            <p:cNvGrpSpPr/>
            <p:nvPr/>
          </p:nvGrpSpPr>
          <p:grpSpPr>
            <a:xfrm>
              <a:off x="2666998" y="0"/>
              <a:ext cx="6858001" cy="6858000"/>
              <a:chOff x="2666998" y="0"/>
              <a:chExt cx="6858001" cy="6858000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CE10BA7F-77DF-B148-F4DC-38E6CA3E7AD3}"/>
                  </a:ext>
                </a:extLst>
              </p:cNvPr>
              <p:cNvSpPr/>
              <p:nvPr/>
            </p:nvSpPr>
            <p:spPr>
              <a:xfrm>
                <a:off x="2666999" y="0"/>
                <a:ext cx="6858000" cy="68580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61ACDC7-DC6B-E24F-ED3F-9E762501C945}"/>
                  </a:ext>
                </a:extLst>
              </p:cNvPr>
              <p:cNvSpPr txBox="1"/>
              <p:nvPr/>
            </p:nvSpPr>
            <p:spPr>
              <a:xfrm>
                <a:off x="2666998" y="4348538"/>
                <a:ext cx="6858001" cy="24006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5000" dirty="0">
                    <a:solidFill>
                      <a:schemeClr val="bg1"/>
                    </a:solidFill>
                    <a:latin typeface="Rope MF" panose="00000400000000000000" pitchFamily="2" charset="0"/>
                  </a:rPr>
                  <a:t>BRAIDER</a:t>
                </a:r>
              </a:p>
            </p:txBody>
          </p:sp>
        </p:grpSp>
        <p:pic>
          <p:nvPicPr>
            <p:cNvPr id="4" name="Picture 3" descr="The image depicts two interlocking gears with colored segments, possibly representing a mechanical or molecular structure.&#10;&#10;AI-generated content may be incorrect.">
              <a:extLst>
                <a:ext uri="{FF2B5EF4-FFF2-40B4-BE49-F238E27FC236}">
                  <a16:creationId xmlns:a16="http://schemas.microsoft.com/office/drawing/2014/main" id="{072892DB-0461-128C-538F-8DD1AA9105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2005" t="22315" r="10625" b="22315"/>
            <a:stretch>
              <a:fillRect/>
            </a:stretch>
          </p:blipFill>
          <p:spPr>
            <a:xfrm>
              <a:off x="2714623" y="612911"/>
              <a:ext cx="6762750" cy="37973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725942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0D6284B3-A2F5-3860-B288-6ADBFE4C0F53}"/>
              </a:ext>
            </a:extLst>
          </p:cNvPr>
          <p:cNvGrpSpPr/>
          <p:nvPr/>
        </p:nvGrpSpPr>
        <p:grpSpPr>
          <a:xfrm>
            <a:off x="2666998" y="0"/>
            <a:ext cx="6858001" cy="6858000"/>
            <a:chOff x="2666998" y="0"/>
            <a:chExt cx="6858001" cy="6858000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C584804-52D2-6F49-B192-67C17A919566}"/>
                </a:ext>
              </a:extLst>
            </p:cNvPr>
            <p:cNvGrpSpPr/>
            <p:nvPr/>
          </p:nvGrpSpPr>
          <p:grpSpPr>
            <a:xfrm>
              <a:off x="2666998" y="0"/>
              <a:ext cx="6858001" cy="6858000"/>
              <a:chOff x="2666998" y="0"/>
              <a:chExt cx="6858001" cy="685800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D16C974-A55F-1656-E869-133AD0F062C0}"/>
                  </a:ext>
                </a:extLst>
              </p:cNvPr>
              <p:cNvSpPr/>
              <p:nvPr/>
            </p:nvSpPr>
            <p:spPr>
              <a:xfrm>
                <a:off x="2666999" y="0"/>
                <a:ext cx="6858000" cy="68580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63E0DA1-4175-E46F-0CA8-02944081E5D6}"/>
                  </a:ext>
                </a:extLst>
              </p:cNvPr>
              <p:cNvSpPr txBox="1"/>
              <p:nvPr/>
            </p:nvSpPr>
            <p:spPr>
              <a:xfrm>
                <a:off x="2666998" y="4348538"/>
                <a:ext cx="6858001" cy="24006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5000" dirty="0">
                    <a:solidFill>
                      <a:schemeClr val="bg1"/>
                    </a:solidFill>
                    <a:latin typeface="Rope MF" panose="00000400000000000000" pitchFamily="2" charset="0"/>
                  </a:rPr>
                  <a:t>BRAIDER</a:t>
                </a:r>
              </a:p>
            </p:txBody>
          </p:sp>
        </p:grpSp>
        <p:pic>
          <p:nvPicPr>
            <p:cNvPr id="12" name="Picture 11" descr="The image depicts two interlocking gears with colored segments, possibly representing a mechanical or molecular structure.&#10;&#10;AI-generated content may be incorrect.">
              <a:extLst>
                <a:ext uri="{FF2B5EF4-FFF2-40B4-BE49-F238E27FC236}">
                  <a16:creationId xmlns:a16="http://schemas.microsoft.com/office/drawing/2014/main" id="{DEBBC641-B8C9-FFD5-093F-553222A4733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2005" t="22315" r="10625" b="22315"/>
            <a:stretch>
              <a:fillRect/>
            </a:stretch>
          </p:blipFill>
          <p:spPr>
            <a:xfrm>
              <a:off x="2714623" y="612911"/>
              <a:ext cx="6762750" cy="37973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278143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F0B81AFC-6F34-08E9-C589-8B63063BB69E}"/>
              </a:ext>
            </a:extLst>
          </p:cNvPr>
          <p:cNvGrpSpPr/>
          <p:nvPr/>
        </p:nvGrpSpPr>
        <p:grpSpPr>
          <a:xfrm>
            <a:off x="1524000" y="897890"/>
            <a:ext cx="9144000" cy="5062220"/>
            <a:chOff x="1524000" y="897890"/>
            <a:chExt cx="9144000" cy="5062220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79A5558B-D791-9B2B-913B-274A33730B2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24000" y="897890"/>
              <a:ext cx="9144000" cy="506222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7C49AF6C-2AE8-D400-CB4B-940B28D3527D}"/>
                </a:ext>
              </a:extLst>
            </p:cNvPr>
            <p:cNvSpPr/>
            <p:nvPr/>
          </p:nvSpPr>
          <p:spPr>
            <a:xfrm>
              <a:off x="3695700" y="1038225"/>
              <a:ext cx="4800600" cy="478155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3B5EB4F8-A97E-06AC-72FA-4E8707752D6C}"/>
                </a:ext>
              </a:extLst>
            </p:cNvPr>
            <p:cNvSpPr/>
            <p:nvPr/>
          </p:nvSpPr>
          <p:spPr>
            <a:xfrm>
              <a:off x="6050280" y="3383280"/>
              <a:ext cx="91440" cy="9144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CEEC4AD-7B3C-D831-B140-A7B1B36C50DF}"/>
                </a:ext>
              </a:extLst>
            </p:cNvPr>
            <p:cNvCxnSpPr>
              <a:cxnSpLocks/>
              <a:stCxn id="4" idx="0"/>
              <a:endCxn id="3" idx="0"/>
            </p:cNvCxnSpPr>
            <p:nvPr/>
          </p:nvCxnSpPr>
          <p:spPr>
            <a:xfrm flipV="1">
              <a:off x="6096000" y="1038225"/>
              <a:ext cx="0" cy="234505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251390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4812A7DE-6B88-CC40-8848-497F40F75896}"/>
              </a:ext>
            </a:extLst>
          </p:cNvPr>
          <p:cNvGrpSpPr/>
          <p:nvPr/>
        </p:nvGrpSpPr>
        <p:grpSpPr>
          <a:xfrm>
            <a:off x="1524000" y="897890"/>
            <a:ext cx="9144000" cy="5062220"/>
            <a:chOff x="1524000" y="897890"/>
            <a:chExt cx="9144000" cy="5062220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DC80D048-B432-E95D-2129-911ED3B5E72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24000" y="897890"/>
              <a:ext cx="9144000" cy="506222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666FD7BB-FAFE-622D-FB10-749D5E2127F2}"/>
                </a:ext>
              </a:extLst>
            </p:cNvPr>
            <p:cNvSpPr/>
            <p:nvPr/>
          </p:nvSpPr>
          <p:spPr>
            <a:xfrm>
              <a:off x="3695700" y="1038225"/>
              <a:ext cx="4800600" cy="478155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7FF3F184-C1C6-714E-9FAC-41AEE5B0EBE8}"/>
                </a:ext>
              </a:extLst>
            </p:cNvPr>
            <p:cNvCxnSpPr>
              <a:cxnSpLocks/>
              <a:stCxn id="9" idx="0"/>
              <a:endCxn id="4" idx="0"/>
            </p:cNvCxnSpPr>
            <p:nvPr/>
          </p:nvCxnSpPr>
          <p:spPr>
            <a:xfrm flipV="1">
              <a:off x="6096000" y="1038225"/>
              <a:ext cx="0" cy="2345055"/>
            </a:xfrm>
            <a:prstGeom prst="line">
              <a:avLst/>
            </a:prstGeom>
            <a:ln w="38100">
              <a:solidFill>
                <a:srgbClr val="FF00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310E68D-2B48-F5E4-5BD6-B67B3561CD2B}"/>
                </a:ext>
              </a:extLst>
            </p:cNvPr>
            <p:cNvCxnSpPr>
              <a:cxnSpLocks/>
              <a:stCxn id="9" idx="0"/>
            </p:cNvCxnSpPr>
            <p:nvPr/>
          </p:nvCxnSpPr>
          <p:spPr>
            <a:xfrm flipH="1" flipV="1">
              <a:off x="5853113" y="1038225"/>
              <a:ext cx="242887" cy="234505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6D37998-7BDF-E8FE-640C-50068E075C1F}"/>
                </a:ext>
              </a:extLst>
            </p:cNvPr>
            <p:cNvSpPr/>
            <p:nvPr/>
          </p:nvSpPr>
          <p:spPr>
            <a:xfrm>
              <a:off x="6050280" y="3383280"/>
              <a:ext cx="91440" cy="9144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1199953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</TotalTime>
  <Words>2</Words>
  <Application>Microsoft Office PowerPoint</Application>
  <PresentationFormat>Widescreen</PresentationFormat>
  <Paragraphs>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Rope MF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Andres Flores</dc:creator>
  <cp:lastModifiedBy>Andres Flores</cp:lastModifiedBy>
  <cp:revision>3</cp:revision>
  <dcterms:created xsi:type="dcterms:W3CDTF">2026-04-13T18:00:05Z</dcterms:created>
  <dcterms:modified xsi:type="dcterms:W3CDTF">2026-04-13T22:54:10Z</dcterms:modified>
</cp:coreProperties>
</file>