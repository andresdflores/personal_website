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1" r:id="rId5"/>
    <p:sldId id="257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ECC9B0-9EE3-4D80-826E-B916C5ED84F4}" v="100" dt="2026-04-13T22:54:08.8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70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Flores" userId="cbb745aa252d2737" providerId="LiveId" clId="{5B02DD72-2521-4955-B22A-9213A9536617}"/>
    <pc:docChg chg="undo redo custSel addSld delSld modSld">
      <pc:chgData name="Andres Flores" userId="cbb745aa252d2737" providerId="LiveId" clId="{5B02DD72-2521-4955-B22A-9213A9536617}" dt="2026-04-25T05:55:02.995" v="737" actId="1076"/>
      <pc:docMkLst>
        <pc:docMk/>
      </pc:docMkLst>
      <pc:sldChg chg="addSp delSp modSp new mod">
        <pc:chgData name="Andres Flores" userId="cbb745aa252d2737" providerId="LiveId" clId="{5B02DD72-2521-4955-B22A-9213A9536617}" dt="2026-04-13T19:14:45.376" v="299" actId="1076"/>
        <pc:sldMkLst>
          <pc:docMk/>
          <pc:sldMk cId="1675423220" sldId="256"/>
        </pc:sldMkLst>
        <pc:spChg chg="add del mod topLvl">
          <ac:chgData name="Andres Flores" userId="cbb745aa252d2737" providerId="LiveId" clId="{5B02DD72-2521-4955-B22A-9213A9536617}" dt="2026-04-13T19:13:55.660" v="286" actId="1076"/>
          <ac:spMkLst>
            <pc:docMk/>
            <pc:sldMk cId="1675423220" sldId="256"/>
            <ac:spMk id="17" creationId="{18669597-4F88-D3D2-C300-C4A2C46B03D5}"/>
          </ac:spMkLst>
        </pc:spChg>
        <pc:spChg chg="add del mod">
          <ac:chgData name="Andres Flores" userId="cbb745aa252d2737" providerId="LiveId" clId="{5B02DD72-2521-4955-B22A-9213A9536617}" dt="2026-04-13T19:14:29.451" v="293" actId="21"/>
          <ac:spMkLst>
            <pc:docMk/>
            <pc:sldMk cId="1675423220" sldId="256"/>
            <ac:spMk id="37" creationId="{F999A63C-3E32-F56D-C96D-ED34CD591C3C}"/>
          </ac:spMkLst>
        </pc:spChg>
        <pc:spChg chg="add mod">
          <ac:chgData name="Andres Flores" userId="cbb745aa252d2737" providerId="LiveId" clId="{5B02DD72-2521-4955-B22A-9213A9536617}" dt="2026-04-13T19:04:04.338" v="195" actId="14861"/>
          <ac:spMkLst>
            <pc:docMk/>
            <pc:sldMk cId="1675423220" sldId="256"/>
            <ac:spMk id="39" creationId="{E1F5FAF5-9E4C-402E-CAF9-3F2524B786CF}"/>
          </ac:spMkLst>
        </pc:spChg>
        <pc:spChg chg="add mod">
          <ac:chgData name="Andres Flores" userId="cbb745aa252d2737" providerId="LiveId" clId="{5B02DD72-2521-4955-B22A-9213A9536617}" dt="2026-04-13T19:14:45.376" v="299" actId="1076"/>
          <ac:spMkLst>
            <pc:docMk/>
            <pc:sldMk cId="1675423220" sldId="256"/>
            <ac:spMk id="41" creationId="{E3B28089-B57B-448D-B21C-B32EF9AE4667}"/>
          </ac:spMkLst>
        </pc:spChg>
        <pc:grpChg chg="add mod topLvl">
          <ac:chgData name="Andres Flores" userId="cbb745aa252d2737" providerId="LiveId" clId="{5B02DD72-2521-4955-B22A-9213A9536617}" dt="2026-04-13T19:12:39.578" v="271" actId="21"/>
          <ac:grpSpMkLst>
            <pc:docMk/>
            <pc:sldMk cId="1675423220" sldId="256"/>
            <ac:grpSpMk id="42" creationId="{26D4549A-535D-242F-AED5-96E47D7A75C7}"/>
          </ac:grpSpMkLst>
        </pc:grpChg>
        <pc:grpChg chg="add del mod">
          <ac:chgData name="Andres Flores" userId="cbb745aa252d2737" providerId="LiveId" clId="{5B02DD72-2521-4955-B22A-9213A9536617}" dt="2026-04-13T19:14:42.795" v="297" actId="1076"/>
          <ac:grpSpMkLst>
            <pc:docMk/>
            <pc:sldMk cId="1675423220" sldId="256"/>
            <ac:grpSpMk id="43" creationId="{97094F47-3185-209C-AE29-660518BC12AC}"/>
          </ac:grpSpMkLst>
        </pc:grpChg>
        <pc:picChg chg="add mod">
          <ac:chgData name="Andres Flores" userId="cbb745aa252d2737" providerId="LiveId" clId="{5B02DD72-2521-4955-B22A-9213A9536617}" dt="2026-04-13T18:59:44.839" v="189" actId="164"/>
          <ac:picMkLst>
            <pc:docMk/>
            <pc:sldMk cId="1675423220" sldId="256"/>
            <ac:picMk id="38" creationId="{94660A77-9587-0265-FE74-FA212F5E6857}"/>
          </ac:picMkLst>
        </pc:picChg>
        <pc:picChg chg="add del mod">
          <ac:chgData name="Andres Flores" userId="cbb745aa252d2737" providerId="LiveId" clId="{5B02DD72-2521-4955-B22A-9213A9536617}" dt="2026-04-13T19:14:32.104" v="294" actId="478"/>
          <ac:picMkLst>
            <pc:docMk/>
            <pc:sldMk cId="1675423220" sldId="256"/>
            <ac:picMk id="40" creationId="{7755F0FE-9419-B8C7-82EF-1D74E80757C5}"/>
          </ac:picMkLst>
        </pc:picChg>
        <pc:picChg chg="add mod ord">
          <ac:chgData name="Andres Flores" userId="cbb745aa252d2737" providerId="LiveId" clId="{5B02DD72-2521-4955-B22A-9213A9536617}" dt="2026-04-13T19:12:29.812" v="270" actId="171"/>
          <ac:picMkLst>
            <pc:docMk/>
            <pc:sldMk cId="1675423220" sldId="256"/>
            <ac:picMk id="53" creationId="{218BF04B-1E6D-7770-256D-D70724E47C6D}"/>
          </ac:picMkLst>
        </pc:picChg>
      </pc:sldChg>
      <pc:sldChg chg="addSp delSp modSp new mod">
        <pc:chgData name="Andres Flores" userId="cbb745aa252d2737" providerId="LiveId" clId="{5B02DD72-2521-4955-B22A-9213A9536617}" dt="2026-04-25T05:53:49.736" v="730" actId="207"/>
        <pc:sldMkLst>
          <pc:docMk/>
          <pc:sldMk cId="4172594200" sldId="257"/>
        </pc:sldMkLst>
        <pc:spChg chg="add mod topLvl">
          <ac:chgData name="Andres Flores" userId="cbb745aa252d2737" providerId="LiveId" clId="{5B02DD72-2521-4955-B22A-9213A9536617}" dt="2026-04-25T05:53:49.736" v="730" actId="207"/>
          <ac:spMkLst>
            <pc:docMk/>
            <pc:sldMk cId="4172594200" sldId="257"/>
            <ac:spMk id="2" creationId="{CE10BA7F-77DF-B148-F4DC-38E6CA3E7AD3}"/>
          </ac:spMkLst>
        </pc:spChg>
        <pc:spChg chg="add mod topLvl">
          <ac:chgData name="Andres Flores" userId="cbb745aa252d2737" providerId="LiveId" clId="{5B02DD72-2521-4955-B22A-9213A9536617}" dt="2026-04-13T22:22:31.408" v="636" actId="14100"/>
          <ac:spMkLst>
            <pc:docMk/>
            <pc:sldMk cId="4172594200" sldId="257"/>
            <ac:spMk id="19" creationId="{161ACDC7-DC6B-E24F-ED3F-9E762501C945}"/>
          </ac:spMkLst>
        </pc:spChg>
        <pc:grpChg chg="add mod">
          <ac:chgData name="Andres Flores" userId="cbb745aa252d2737" providerId="LiveId" clId="{5B02DD72-2521-4955-B22A-9213A9536617}" dt="2026-04-13T22:23:12.206" v="640" actId="164"/>
          <ac:grpSpMkLst>
            <pc:docMk/>
            <pc:sldMk cId="4172594200" sldId="257"/>
            <ac:grpSpMk id="5" creationId="{079A03B7-A826-AF9B-F7F4-57025A1BCF47}"/>
          </ac:grpSpMkLst>
        </pc:grpChg>
        <pc:grpChg chg="add del mod">
          <ac:chgData name="Andres Flores" userId="cbb745aa252d2737" providerId="LiveId" clId="{5B02DD72-2521-4955-B22A-9213A9536617}" dt="2026-04-13T22:23:12.206" v="640" actId="164"/>
          <ac:grpSpMkLst>
            <pc:docMk/>
            <pc:sldMk cId="4172594200" sldId="257"/>
            <ac:grpSpMk id="16" creationId="{5DB0956C-258D-55D9-CA80-AFEB42E6A57D}"/>
          </ac:grpSpMkLst>
        </pc:grpChg>
        <pc:picChg chg="add mod">
          <ac:chgData name="Andres Flores" userId="cbb745aa252d2737" providerId="LiveId" clId="{5B02DD72-2521-4955-B22A-9213A9536617}" dt="2026-04-13T22:23:12.206" v="640" actId="164"/>
          <ac:picMkLst>
            <pc:docMk/>
            <pc:sldMk cId="4172594200" sldId="257"/>
            <ac:picMk id="4" creationId="{072892DB-0461-128C-538F-8DD1AA9105C3}"/>
          </ac:picMkLst>
        </pc:picChg>
      </pc:sldChg>
      <pc:sldChg chg="addSp delSp modSp new mod">
        <pc:chgData name="Andres Flores" userId="cbb745aa252d2737" providerId="LiveId" clId="{5B02DD72-2521-4955-B22A-9213A9536617}" dt="2026-04-13T22:23:52.343" v="653" actId="571"/>
        <pc:sldMkLst>
          <pc:docMk/>
          <pc:sldMk cId="4013530822" sldId="258"/>
        </pc:sldMkLst>
        <pc:spChg chg="add mod">
          <ac:chgData name="Andres Flores" userId="cbb745aa252d2737" providerId="LiveId" clId="{5B02DD72-2521-4955-B22A-9213A9536617}" dt="2026-04-13T19:31:50.566" v="531" actId="164"/>
          <ac:spMkLst>
            <pc:docMk/>
            <pc:sldMk cId="4013530822" sldId="258"/>
            <ac:spMk id="2" creationId="{2F6735A8-F20E-CDA0-D38A-A472F9B6304C}"/>
          </ac:spMkLst>
        </pc:spChg>
        <pc:spChg chg="add del mod ord">
          <ac:chgData name="Andres Flores" userId="cbb745aa252d2737" providerId="LiveId" clId="{5B02DD72-2521-4955-B22A-9213A9536617}" dt="2026-04-13T19:31:50.566" v="531" actId="164"/>
          <ac:spMkLst>
            <pc:docMk/>
            <pc:sldMk cId="4013530822" sldId="258"/>
            <ac:spMk id="16" creationId="{8A89A2DB-D5F5-F29B-B1F5-7F9AB150A79B}"/>
          </ac:spMkLst>
        </pc:spChg>
        <pc:spChg chg="add del mod ord">
          <ac:chgData name="Andres Flores" userId="cbb745aa252d2737" providerId="LiveId" clId="{5B02DD72-2521-4955-B22A-9213A9536617}" dt="2026-04-13T19:31:50.566" v="531" actId="164"/>
          <ac:spMkLst>
            <pc:docMk/>
            <pc:sldMk cId="4013530822" sldId="258"/>
            <ac:spMk id="18" creationId="{0C1E9631-A975-4583-DD65-DB1E4196E4A6}"/>
          </ac:spMkLst>
        </pc:spChg>
        <pc:spChg chg="add mod">
          <ac:chgData name="Andres Flores" userId="cbb745aa252d2737" providerId="LiveId" clId="{5B02DD72-2521-4955-B22A-9213A9536617}" dt="2026-04-13T19:31:50.566" v="531" actId="164"/>
          <ac:spMkLst>
            <pc:docMk/>
            <pc:sldMk cId="4013530822" sldId="258"/>
            <ac:spMk id="26" creationId="{5E9E434F-094D-91DE-AD48-08A2945FCD9A}"/>
          </ac:spMkLst>
        </pc:spChg>
        <pc:grpChg chg="add mod">
          <ac:chgData name="Andres Flores" userId="cbb745aa252d2737" providerId="LiveId" clId="{5B02DD72-2521-4955-B22A-9213A9536617}" dt="2026-04-13T19:31:50.566" v="531" actId="164"/>
          <ac:grpSpMkLst>
            <pc:docMk/>
            <pc:sldMk cId="4013530822" sldId="258"/>
            <ac:grpSpMk id="27" creationId="{D477931B-7991-D19A-3905-3DE14567D9E6}"/>
          </ac:grpSpMkLst>
        </pc:grpChg>
        <pc:picChg chg="add mod">
          <ac:chgData name="Andres Flores" userId="cbb745aa252d2737" providerId="LiveId" clId="{5B02DD72-2521-4955-B22A-9213A9536617}" dt="2026-04-13T19:31:50.566" v="531" actId="164"/>
          <ac:picMkLst>
            <pc:docMk/>
            <pc:sldMk cId="4013530822" sldId="258"/>
            <ac:picMk id="3" creationId="{9581278B-AC15-2007-D975-C8F5969ABC89}"/>
          </ac:picMkLst>
        </pc:picChg>
        <pc:picChg chg="add mod">
          <ac:chgData name="Andres Flores" userId="cbb745aa252d2737" providerId="LiveId" clId="{5B02DD72-2521-4955-B22A-9213A9536617}" dt="2026-04-13T19:31:50.566" v="531" actId="164"/>
          <ac:picMkLst>
            <pc:docMk/>
            <pc:sldMk cId="4013530822" sldId="258"/>
            <ac:picMk id="4" creationId="{83FA9780-7DC8-2CC0-395F-558EAF48833A}"/>
          </ac:picMkLst>
        </pc:picChg>
        <pc:picChg chg="add mod">
          <ac:chgData name="Andres Flores" userId="cbb745aa252d2737" providerId="LiveId" clId="{5B02DD72-2521-4955-B22A-9213A9536617}" dt="2026-04-13T19:58:23.857" v="552" actId="1038"/>
          <ac:picMkLst>
            <pc:docMk/>
            <pc:sldMk cId="4013530822" sldId="258"/>
            <ac:picMk id="5" creationId="{951BA050-6A0F-6F7C-C766-25EE4C7134E6}"/>
          </ac:picMkLst>
        </pc:picChg>
        <pc:picChg chg="add mod">
          <ac:chgData name="Andres Flores" userId="cbb745aa252d2737" providerId="LiveId" clId="{5B02DD72-2521-4955-B22A-9213A9536617}" dt="2026-04-13T19:58:49.319" v="559" actId="1035"/>
          <ac:picMkLst>
            <pc:docMk/>
            <pc:sldMk cId="4013530822" sldId="258"/>
            <ac:picMk id="19" creationId="{296FC47B-D07B-C1CA-DE72-26F363200058}"/>
          </ac:picMkLst>
        </pc:picChg>
        <pc:picChg chg="add mod">
          <ac:chgData name="Andres Flores" userId="cbb745aa252d2737" providerId="LiveId" clId="{5B02DD72-2521-4955-B22A-9213A9536617}" dt="2026-04-13T19:58:36.536" v="557" actId="1037"/>
          <ac:picMkLst>
            <pc:docMk/>
            <pc:sldMk cId="4013530822" sldId="258"/>
            <ac:picMk id="20" creationId="{277A4DC8-8F77-6965-0DA0-D87ADA268F70}"/>
          </ac:picMkLst>
        </pc:picChg>
      </pc:sldChg>
      <pc:sldChg chg="addSp delSp modSp new mod">
        <pc:chgData name="Andres Flores" userId="cbb745aa252d2737" providerId="LiveId" clId="{5B02DD72-2521-4955-B22A-9213A9536617}" dt="2026-04-13T19:30:34.883" v="519" actId="21"/>
        <pc:sldMkLst>
          <pc:docMk/>
          <pc:sldMk cId="234429587" sldId="259"/>
        </pc:sldMkLst>
        <pc:spChg chg="add del mod">
          <ac:chgData name="Andres Flores" userId="cbb745aa252d2737" providerId="LiveId" clId="{5B02DD72-2521-4955-B22A-9213A9536617}" dt="2026-04-13T19:30:34.883" v="519" actId="21"/>
          <ac:spMkLst>
            <pc:docMk/>
            <pc:sldMk cId="234429587" sldId="259"/>
            <ac:spMk id="23" creationId="{92CB803C-D1DD-61CD-1983-BCB7C99F11BD}"/>
          </ac:spMkLst>
        </pc:spChg>
      </pc:sldChg>
      <pc:sldChg chg="addSp delSp modSp new mod">
        <pc:chgData name="Andres Flores" userId="cbb745aa252d2737" providerId="LiveId" clId="{5B02DD72-2521-4955-B22A-9213A9536617}" dt="2026-04-25T05:55:02.995" v="737" actId="1076"/>
        <pc:sldMkLst>
          <pc:docMk/>
          <pc:sldMk cId="3627814364" sldId="260"/>
        </pc:sldMkLst>
        <pc:spChg chg="mod">
          <ac:chgData name="Andres Flores" userId="cbb745aa252d2737" providerId="LiveId" clId="{5B02DD72-2521-4955-B22A-9213A9536617}" dt="2026-04-25T05:54:10.135" v="731" actId="207"/>
          <ac:spMkLst>
            <pc:docMk/>
            <pc:sldMk cId="3627814364" sldId="260"/>
            <ac:spMk id="13" creationId="{5D16C974-A55F-1656-E869-133AD0F062C0}"/>
          </ac:spMkLst>
        </pc:spChg>
        <pc:spChg chg="mod">
          <ac:chgData name="Andres Flores" userId="cbb745aa252d2737" providerId="LiveId" clId="{5B02DD72-2521-4955-B22A-9213A9536617}" dt="2026-04-25T05:55:02.995" v="737" actId="1076"/>
          <ac:spMkLst>
            <pc:docMk/>
            <pc:sldMk cId="3627814364" sldId="260"/>
            <ac:spMk id="14" creationId="{263E0DA1-4175-E46F-0CA8-02944081E5D6}"/>
          </ac:spMkLst>
        </pc:spChg>
        <pc:grpChg chg="add mod">
          <ac:chgData name="Andres Flores" userId="cbb745aa252d2737" providerId="LiveId" clId="{5B02DD72-2521-4955-B22A-9213A9536617}" dt="2026-04-13T22:23:28.772" v="651"/>
          <ac:grpSpMkLst>
            <pc:docMk/>
            <pc:sldMk cId="3627814364" sldId="260"/>
            <ac:grpSpMk id="9" creationId="{0D6284B3-A2F5-3860-B288-6ADBFE4C0F53}"/>
          </ac:grpSpMkLst>
        </pc:grpChg>
        <pc:grpChg chg="mod">
          <ac:chgData name="Andres Flores" userId="cbb745aa252d2737" providerId="LiveId" clId="{5B02DD72-2521-4955-B22A-9213A9536617}" dt="2026-04-13T22:23:28.772" v="651"/>
          <ac:grpSpMkLst>
            <pc:docMk/>
            <pc:sldMk cId="3627814364" sldId="260"/>
            <ac:grpSpMk id="10" creationId="{6C584804-52D2-6F49-B192-67C17A919566}"/>
          </ac:grpSpMkLst>
        </pc:grpChg>
        <pc:picChg chg="mod modCrop">
          <ac:chgData name="Andres Flores" userId="cbb745aa252d2737" providerId="LiveId" clId="{5B02DD72-2521-4955-B22A-9213A9536617}" dt="2026-04-25T05:54:47.555" v="736" actId="732"/>
          <ac:picMkLst>
            <pc:docMk/>
            <pc:sldMk cId="3627814364" sldId="260"/>
            <ac:picMk id="12" creationId="{DEBBC641-B8C9-FFD5-093F-553222A47333}"/>
          </ac:picMkLst>
        </pc:picChg>
      </pc:sldChg>
      <pc:sldChg chg="addSp delSp modSp new mod">
        <pc:chgData name="Andres Flores" userId="cbb745aa252d2737" providerId="LiveId" clId="{5B02DD72-2521-4955-B22A-9213A9536617}" dt="2026-04-13T22:22:01.156" v="630" actId="1076"/>
        <pc:sldMkLst>
          <pc:docMk/>
          <pc:sldMk cId="3453658217" sldId="261"/>
        </pc:sldMkLst>
        <pc:picChg chg="add mod modCrop">
          <ac:chgData name="Andres Flores" userId="cbb745aa252d2737" providerId="LiveId" clId="{5B02DD72-2521-4955-B22A-9213A9536617}" dt="2026-04-13T22:22:01.156" v="630" actId="1076"/>
          <ac:picMkLst>
            <pc:docMk/>
            <pc:sldMk cId="3453658217" sldId="261"/>
            <ac:picMk id="13" creationId="{9877896A-FD06-A4F1-FA0B-F71CDB0FD389}"/>
          </ac:picMkLst>
        </pc:picChg>
      </pc:sldChg>
      <pc:sldChg chg="addSp delSp modSp new mod">
        <pc:chgData name="Andres Flores" userId="cbb745aa252d2737" providerId="LiveId" clId="{5B02DD72-2521-4955-B22A-9213A9536617}" dt="2026-04-13T22:53:56.705" v="722" actId="21"/>
        <pc:sldMkLst>
          <pc:docMk/>
          <pc:sldMk cId="3125139032" sldId="262"/>
        </pc:sldMkLst>
        <pc:spChg chg="add mod">
          <ac:chgData name="Andres Flores" userId="cbb745aa252d2737" providerId="LiveId" clId="{5B02DD72-2521-4955-B22A-9213A9536617}" dt="2026-04-13T22:53:50.386" v="719" actId="164"/>
          <ac:spMkLst>
            <pc:docMk/>
            <pc:sldMk cId="3125139032" sldId="262"/>
            <ac:spMk id="3" creationId="{7C49AF6C-2AE8-D400-CB4B-940B28D3527D}"/>
          </ac:spMkLst>
        </pc:spChg>
        <pc:spChg chg="add mod">
          <ac:chgData name="Andres Flores" userId="cbb745aa252d2737" providerId="LiveId" clId="{5B02DD72-2521-4955-B22A-9213A9536617}" dt="2026-04-13T22:53:50.386" v="719" actId="164"/>
          <ac:spMkLst>
            <pc:docMk/>
            <pc:sldMk cId="3125139032" sldId="262"/>
            <ac:spMk id="4" creationId="{3B5EB4F8-A97E-06AC-72FA-4E8707752D6C}"/>
          </ac:spMkLst>
        </pc:spChg>
        <pc:grpChg chg="add mod">
          <ac:chgData name="Andres Flores" userId="cbb745aa252d2737" providerId="LiveId" clId="{5B02DD72-2521-4955-B22A-9213A9536617}" dt="2026-04-13T22:53:50.386" v="719" actId="164"/>
          <ac:grpSpMkLst>
            <pc:docMk/>
            <pc:sldMk cId="3125139032" sldId="262"/>
            <ac:grpSpMk id="8" creationId="{F0B81AFC-6F34-08E9-C589-8B63063BB69E}"/>
          </ac:grpSpMkLst>
        </pc:grpChg>
        <pc:picChg chg="add mod">
          <ac:chgData name="Andres Flores" userId="cbb745aa252d2737" providerId="LiveId" clId="{5B02DD72-2521-4955-B22A-9213A9536617}" dt="2026-04-13T22:53:50.386" v="719" actId="164"/>
          <ac:picMkLst>
            <pc:docMk/>
            <pc:sldMk cId="3125139032" sldId="262"/>
            <ac:picMk id="2" creationId="{79A5558B-D791-9B2B-913B-274A33730B28}"/>
          </ac:picMkLst>
        </pc:picChg>
        <pc:cxnChg chg="add mod">
          <ac:chgData name="Andres Flores" userId="cbb745aa252d2737" providerId="LiveId" clId="{5B02DD72-2521-4955-B22A-9213A9536617}" dt="2026-04-13T22:53:50.386" v="719" actId="164"/>
          <ac:cxnSpMkLst>
            <pc:docMk/>
            <pc:sldMk cId="3125139032" sldId="262"/>
            <ac:cxnSpMk id="6" creationId="{3CEEC4AD-7B3C-D831-B140-A7B1B36C50DF}"/>
          </ac:cxnSpMkLst>
        </pc:cxnChg>
      </pc:sldChg>
      <pc:sldChg chg="addSp delSp modSp new mod">
        <pc:chgData name="Andres Flores" userId="cbb745aa252d2737" providerId="LiveId" clId="{5B02DD72-2521-4955-B22A-9213A9536617}" dt="2026-04-13T22:54:09.888" v="726" actId="21"/>
        <pc:sldMkLst>
          <pc:docMk/>
          <pc:sldMk cId="4119995374" sldId="263"/>
        </pc:sldMkLst>
        <pc:spChg chg="add mod">
          <ac:chgData name="Andres Flores" userId="cbb745aa252d2737" providerId="LiveId" clId="{5B02DD72-2521-4955-B22A-9213A9536617}" dt="2026-04-13T22:54:05.240" v="723" actId="164"/>
          <ac:spMkLst>
            <pc:docMk/>
            <pc:sldMk cId="4119995374" sldId="263"/>
            <ac:spMk id="4" creationId="{666FD7BB-FAFE-622D-FB10-749D5E2127F2}"/>
          </ac:spMkLst>
        </pc:spChg>
        <pc:spChg chg="add mod">
          <ac:chgData name="Andres Flores" userId="cbb745aa252d2737" providerId="LiveId" clId="{5B02DD72-2521-4955-B22A-9213A9536617}" dt="2026-04-13T22:54:05.240" v="723" actId="164"/>
          <ac:spMkLst>
            <pc:docMk/>
            <pc:sldMk cId="4119995374" sldId="263"/>
            <ac:spMk id="9" creationId="{E6D37998-7BDF-E8FE-640C-50068E075C1F}"/>
          </ac:spMkLst>
        </pc:spChg>
        <pc:grpChg chg="add mod">
          <ac:chgData name="Andres Flores" userId="cbb745aa252d2737" providerId="LiveId" clId="{5B02DD72-2521-4955-B22A-9213A9536617}" dt="2026-04-13T22:54:05.240" v="723" actId="164"/>
          <ac:grpSpMkLst>
            <pc:docMk/>
            <pc:sldMk cId="4119995374" sldId="263"/>
            <ac:grpSpMk id="15" creationId="{4812A7DE-6B88-CC40-8848-497F40F75896}"/>
          </ac:grpSpMkLst>
        </pc:grpChg>
        <pc:picChg chg="add mod">
          <ac:chgData name="Andres Flores" userId="cbb745aa252d2737" providerId="LiveId" clId="{5B02DD72-2521-4955-B22A-9213A9536617}" dt="2026-04-13T22:54:05.240" v="723" actId="164"/>
          <ac:picMkLst>
            <pc:docMk/>
            <pc:sldMk cId="4119995374" sldId="263"/>
            <ac:picMk id="2" creationId="{DC80D048-B432-E95D-2129-911ED3B5E72D}"/>
          </ac:picMkLst>
        </pc:picChg>
        <pc:cxnChg chg="add mod">
          <ac:chgData name="Andres Flores" userId="cbb745aa252d2737" providerId="LiveId" clId="{5B02DD72-2521-4955-B22A-9213A9536617}" dt="2026-04-13T22:54:05.240" v="723" actId="164"/>
          <ac:cxnSpMkLst>
            <pc:docMk/>
            <pc:sldMk cId="4119995374" sldId="263"/>
            <ac:cxnSpMk id="5" creationId="{7FF3F184-C1C6-714E-9FAC-41AEE5B0EBE8}"/>
          </ac:cxnSpMkLst>
        </pc:cxnChg>
        <pc:cxnChg chg="add mod">
          <ac:chgData name="Andres Flores" userId="cbb745aa252d2737" providerId="LiveId" clId="{5B02DD72-2521-4955-B22A-9213A9536617}" dt="2026-04-13T22:54:05.240" v="723" actId="164"/>
          <ac:cxnSpMkLst>
            <pc:docMk/>
            <pc:sldMk cId="4119995374" sldId="263"/>
            <ac:cxnSpMk id="8" creationId="{9310E68D-2B48-F5E4-5BD6-B67B3561CD2B}"/>
          </ac:cxnSpMkLst>
        </pc:cxnChg>
      </pc:sldChg>
      <pc:sldChg chg="add del">
        <pc:chgData name="Andres Flores" userId="cbb745aa252d2737" providerId="LiveId" clId="{5B02DD72-2521-4955-B22A-9213A9536617}" dt="2026-04-25T05:53:48.796" v="729" actId="2890"/>
        <pc:sldMkLst>
          <pc:docMk/>
          <pc:sldMk cId="12962197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731E7-1792-3DA6-2D8C-F640F3BBB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EF295-FA12-5B15-8C28-B92ADE80F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E7435-C3AE-AE45-E524-A254FB7C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2574-C446-4317-BDA1-9228D3A455E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6BA36-E0DD-4BB0-B9F9-D32A7ACC3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53F261-6C48-4D1D-A2CF-CE515B57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889-ADA6-4D56-90BE-C3537D19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26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6C22-19CC-1C1F-7CCD-B8A1A0A98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79047-003D-CD51-AFAF-E098647E4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548A9-F3EC-96F1-9E25-6BA7D62E1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2574-C446-4317-BDA1-9228D3A455E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D03C2-34FB-6F68-FC9D-223C0222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65579-D02E-7602-18AE-8F29944E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889-ADA6-4D56-90BE-C3537D19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807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1984-B31E-8977-0AB1-98DF7FC9E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758D3-4D69-4C93-059B-7B2962184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408E8-C42C-2E01-F9EC-D8F42DA69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2574-C446-4317-BDA1-9228D3A455E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83009-0150-0B2F-D5C5-2DD5C4728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9ACB3-AEFD-47B5-3529-997033171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889-ADA6-4D56-90BE-C3537D19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238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59527-5538-71D7-4D6B-D6122C5B5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7DD59-DCC5-9A6B-ABD3-ED95E52DD0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B60A51-B3A8-3058-1BAB-718F04BED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3BDC4-7E34-6C19-3780-142175CC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2574-C446-4317-BDA1-9228D3A455E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B5743-EF8B-DB0E-B08F-FA389143C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BB454-B7F4-CBB4-B481-FD8DA71D9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889-ADA6-4D56-90BE-C3537D19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435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77993-6610-CFE8-7BE6-174BF31D3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63615-2B30-F2F1-3860-715C02D1A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FDDB58-374D-8F23-3BE2-DE6A0AB3A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EFDF48-647A-68DA-9506-531703CD02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955E5-A6F0-3561-323B-9E3DD30DBA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A9AD8-3578-E4B8-0DFD-93F167B50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2574-C446-4317-BDA1-9228D3A455E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47CE0D-5C22-45B5-2613-60872F41D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441C91-FFAA-131D-BAB4-72A1A488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889-ADA6-4D56-90BE-C3537D19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120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52F5D-7D19-C50B-B74D-76DFCB6A6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41C979-7750-FAFA-070C-E38E20A2B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2574-C446-4317-BDA1-9228D3A455E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AD2878-BDA6-89FF-5BFF-B76CF4E1A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8F249-1E62-A8A5-D9F0-4151D37BF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889-ADA6-4D56-90BE-C3537D19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53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9E6A2-B3C0-D640-30C7-03134BD92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2574-C446-4317-BDA1-9228D3A455E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B767D7-734C-DA1D-C614-BBCAD070E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0B24B-327F-3513-70BC-0181936FD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889-ADA6-4D56-90BE-C3537D19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96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C6DD5-02D2-A671-732A-B2C07DA0B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906EC-E5BE-409E-99DC-43AA59FD0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3F34BF-7A40-3B5A-523D-FF059C7D8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D02DC-9C91-06E3-85E4-4D518F8D2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2574-C446-4317-BDA1-9228D3A455E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E6068-4728-FE28-4926-A15DA50EC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56D98-C6F5-4EAD-D5EB-ECB80BEBC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889-ADA6-4D56-90BE-C3537D19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1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75EF-FEA9-19F8-630D-70F04611E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13AC0F-5546-11FC-FEC5-0354008DC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8EF21A-0690-FD9B-6CA7-0F9BEC31F9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E17D7-F73A-CDD9-6623-4545C1E18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2574-C446-4317-BDA1-9228D3A455E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14A847-FFA9-B317-C25B-15DFF50F7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0B85C-FC4A-0326-B9C8-7A8241A83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889-ADA6-4D56-90BE-C3537D19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515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9BA81-1AF6-811D-D2AD-14EC0334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C57A49-D525-4C25-1B5A-CC930F570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A8143-56F8-C22A-3479-E17A4CA49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2574-C446-4317-BDA1-9228D3A455E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4190F-35F1-C60E-2B25-F4F9A54AF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18891-E742-7B64-A1C4-7BC801333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889-ADA6-4D56-90BE-C3537D19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66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7986BE-7943-1923-DB15-294EE2277C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FFA7D-5D7B-E9C6-CFC0-3689A156B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28ACE-B540-12E5-7F2B-AA13084CA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42574-C446-4317-BDA1-9228D3A455E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95D1B-9221-7A0E-45E2-6ED71E973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D3CC8-7471-67C4-3E83-11955461E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F9889-ADA6-4D56-90BE-C3537D19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5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CAEEC1-87B9-9220-13FA-1E9D39512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F57DF-4DBF-587A-6390-E572BEFE39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82A72-ED8C-4758-5575-4E28C1EB12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42574-C446-4317-BDA1-9228D3A455E0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94C14-A997-9361-9065-3CE8421E5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FF115-05A9-F529-10D9-BCA3486C6D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8F9889-ADA6-4D56-90BE-C3537D191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25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97094F47-3185-209C-AE29-660518BC12AC}"/>
              </a:ext>
            </a:extLst>
          </p:cNvPr>
          <p:cNvGrpSpPr/>
          <p:nvPr/>
        </p:nvGrpSpPr>
        <p:grpSpPr>
          <a:xfrm>
            <a:off x="-1494497" y="457200"/>
            <a:ext cx="15180995" cy="5943600"/>
            <a:chOff x="-1494497" y="457200"/>
            <a:chExt cx="15180995" cy="59436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8669597-4F88-D3D2-C300-C4A2C46B03D5}"/>
                </a:ext>
              </a:extLst>
            </p:cNvPr>
            <p:cNvSpPr/>
            <p:nvPr/>
          </p:nvSpPr>
          <p:spPr>
            <a:xfrm>
              <a:off x="381000" y="457200"/>
              <a:ext cx="11430000" cy="5943600"/>
            </a:xfrm>
            <a:prstGeom prst="rect">
              <a:avLst/>
            </a:prstGeom>
            <a:solidFill>
              <a:srgbClr val="00B0F0"/>
            </a:solidFill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6D4549A-535D-242F-AED5-96E47D7A75C7}"/>
                </a:ext>
              </a:extLst>
            </p:cNvPr>
            <p:cNvGrpSpPr/>
            <p:nvPr/>
          </p:nvGrpSpPr>
          <p:grpSpPr>
            <a:xfrm>
              <a:off x="-1494497" y="611986"/>
              <a:ext cx="15180995" cy="5634028"/>
              <a:chOff x="-1265898" y="617219"/>
              <a:chExt cx="15180995" cy="5634028"/>
            </a:xfrm>
          </p:grpSpPr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F999A63C-3E32-F56D-C96D-ED34CD591C3C}"/>
                  </a:ext>
                </a:extLst>
              </p:cNvPr>
              <p:cNvSpPr/>
              <p:nvPr/>
            </p:nvSpPr>
            <p:spPr>
              <a:xfrm>
                <a:off x="1066800" y="685800"/>
                <a:ext cx="10515600" cy="5486400"/>
              </a:xfrm>
              <a:custGeom>
                <a:avLst/>
                <a:gdLst>
                  <a:gd name="csX0" fmla="*/ 7772400 w 10515600"/>
                  <a:gd name="csY0" fmla="*/ 914400 h 5486400"/>
                  <a:gd name="csX1" fmla="*/ 5943600 w 10515600"/>
                  <a:gd name="csY1" fmla="*/ 2743200 h 5486400"/>
                  <a:gd name="csX2" fmla="*/ 7772400 w 10515600"/>
                  <a:gd name="csY2" fmla="*/ 4572000 h 5486400"/>
                  <a:gd name="csX3" fmla="*/ 9601200 w 10515600"/>
                  <a:gd name="csY3" fmla="*/ 2743200 h 5486400"/>
                  <a:gd name="csX4" fmla="*/ 7772400 w 10515600"/>
                  <a:gd name="csY4" fmla="*/ 914400 h 5486400"/>
                  <a:gd name="csX5" fmla="*/ 2743200 w 10515600"/>
                  <a:gd name="csY5" fmla="*/ 914400 h 5486400"/>
                  <a:gd name="csX6" fmla="*/ 914400 w 10515600"/>
                  <a:gd name="csY6" fmla="*/ 2743200 h 5486400"/>
                  <a:gd name="csX7" fmla="*/ 2743200 w 10515600"/>
                  <a:gd name="csY7" fmla="*/ 4572000 h 5486400"/>
                  <a:gd name="csX8" fmla="*/ 4572000 w 10515600"/>
                  <a:gd name="csY8" fmla="*/ 2743200 h 5486400"/>
                  <a:gd name="csX9" fmla="*/ 2743200 w 10515600"/>
                  <a:gd name="csY9" fmla="*/ 914400 h 5486400"/>
                  <a:gd name="csX10" fmla="*/ 2743200 w 10515600"/>
                  <a:gd name="csY10" fmla="*/ 0 h 5486400"/>
                  <a:gd name="csX11" fmla="*/ 5155311 w 10515600"/>
                  <a:gd name="csY11" fmla="*/ 1435628 h 5486400"/>
                  <a:gd name="csX12" fmla="*/ 5257800 w 10515600"/>
                  <a:gd name="csY12" fmla="*/ 1648383 h 5486400"/>
                  <a:gd name="csX13" fmla="*/ 5360290 w 10515600"/>
                  <a:gd name="csY13" fmla="*/ 1435628 h 5486400"/>
                  <a:gd name="csX14" fmla="*/ 7772400 w 10515600"/>
                  <a:gd name="csY14" fmla="*/ 0 h 5486400"/>
                  <a:gd name="csX15" fmla="*/ 10515600 w 10515600"/>
                  <a:gd name="csY15" fmla="*/ 2743200 h 5486400"/>
                  <a:gd name="csX16" fmla="*/ 7772400 w 10515600"/>
                  <a:gd name="csY16" fmla="*/ 5486400 h 5486400"/>
                  <a:gd name="csX17" fmla="*/ 5360290 w 10515600"/>
                  <a:gd name="csY17" fmla="*/ 4050772 h 5486400"/>
                  <a:gd name="csX18" fmla="*/ 5257800 w 10515600"/>
                  <a:gd name="csY18" fmla="*/ 3838017 h 5486400"/>
                  <a:gd name="csX19" fmla="*/ 5155311 w 10515600"/>
                  <a:gd name="csY19" fmla="*/ 4050772 h 5486400"/>
                  <a:gd name="csX20" fmla="*/ 2743200 w 10515600"/>
                  <a:gd name="csY20" fmla="*/ 5486400 h 5486400"/>
                  <a:gd name="csX21" fmla="*/ 0 w 10515600"/>
                  <a:gd name="csY21" fmla="*/ 2743200 h 5486400"/>
                  <a:gd name="csX22" fmla="*/ 2743200 w 10515600"/>
                  <a:gd name="csY22" fmla="*/ 0 h 5486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</a:cxnLst>
                <a:rect l="l" t="t" r="r" b="b"/>
                <a:pathLst>
                  <a:path w="10515600" h="5486400">
                    <a:moveTo>
                      <a:pt x="7772400" y="914400"/>
                    </a:moveTo>
                    <a:cubicBezTo>
                      <a:pt x="6762382" y="914400"/>
                      <a:pt x="5943600" y="1733182"/>
                      <a:pt x="5943600" y="2743200"/>
                    </a:cubicBezTo>
                    <a:cubicBezTo>
                      <a:pt x="5943600" y="3753218"/>
                      <a:pt x="6762382" y="4572000"/>
                      <a:pt x="7772400" y="4572000"/>
                    </a:cubicBezTo>
                    <a:cubicBezTo>
                      <a:pt x="8782418" y="4572000"/>
                      <a:pt x="9601200" y="3753218"/>
                      <a:pt x="9601200" y="2743200"/>
                    </a:cubicBezTo>
                    <a:cubicBezTo>
                      <a:pt x="9601200" y="1733182"/>
                      <a:pt x="8782418" y="914400"/>
                      <a:pt x="7772400" y="914400"/>
                    </a:cubicBezTo>
                    <a:close/>
                    <a:moveTo>
                      <a:pt x="2743200" y="914400"/>
                    </a:moveTo>
                    <a:cubicBezTo>
                      <a:pt x="1733182" y="914400"/>
                      <a:pt x="914400" y="1733182"/>
                      <a:pt x="914400" y="2743200"/>
                    </a:cubicBezTo>
                    <a:cubicBezTo>
                      <a:pt x="914400" y="3753218"/>
                      <a:pt x="1733182" y="4572000"/>
                      <a:pt x="2743200" y="4572000"/>
                    </a:cubicBezTo>
                    <a:cubicBezTo>
                      <a:pt x="3753218" y="4572000"/>
                      <a:pt x="4572000" y="3753218"/>
                      <a:pt x="4572000" y="2743200"/>
                    </a:cubicBezTo>
                    <a:cubicBezTo>
                      <a:pt x="4572000" y="1733182"/>
                      <a:pt x="3753218" y="914400"/>
                      <a:pt x="2743200" y="914400"/>
                    </a:cubicBezTo>
                    <a:close/>
                    <a:moveTo>
                      <a:pt x="2743200" y="0"/>
                    </a:moveTo>
                    <a:cubicBezTo>
                      <a:pt x="3784782" y="0"/>
                      <a:pt x="4690780" y="580503"/>
                      <a:pt x="5155311" y="1435628"/>
                    </a:cubicBezTo>
                    <a:lnTo>
                      <a:pt x="5257800" y="1648383"/>
                    </a:lnTo>
                    <a:lnTo>
                      <a:pt x="5360290" y="1435628"/>
                    </a:lnTo>
                    <a:cubicBezTo>
                      <a:pt x="5824821" y="580503"/>
                      <a:pt x="6730818" y="0"/>
                      <a:pt x="7772400" y="0"/>
                    </a:cubicBezTo>
                    <a:cubicBezTo>
                      <a:pt x="9287428" y="0"/>
                      <a:pt x="10515600" y="1228172"/>
                      <a:pt x="10515600" y="2743200"/>
                    </a:cubicBezTo>
                    <a:cubicBezTo>
                      <a:pt x="10515600" y="4258228"/>
                      <a:pt x="9287428" y="5486400"/>
                      <a:pt x="7772400" y="5486400"/>
                    </a:cubicBezTo>
                    <a:cubicBezTo>
                      <a:pt x="6730818" y="5486400"/>
                      <a:pt x="5824821" y="4905897"/>
                      <a:pt x="5360290" y="4050772"/>
                    </a:cubicBezTo>
                    <a:lnTo>
                      <a:pt x="5257800" y="3838017"/>
                    </a:lnTo>
                    <a:lnTo>
                      <a:pt x="5155311" y="4050772"/>
                    </a:lnTo>
                    <a:cubicBezTo>
                      <a:pt x="4690780" y="4905897"/>
                      <a:pt x="3784782" y="5486400"/>
                      <a:pt x="2743200" y="5486400"/>
                    </a:cubicBezTo>
                    <a:cubicBezTo>
                      <a:pt x="1228172" y="5486400"/>
                      <a:pt x="0" y="4258228"/>
                      <a:pt x="0" y="2743200"/>
                    </a:cubicBezTo>
                    <a:cubicBezTo>
                      <a:pt x="0" y="1228172"/>
                      <a:pt x="1228172" y="0"/>
                      <a:pt x="2743200" y="0"/>
                    </a:cubicBezTo>
                    <a:close/>
                  </a:path>
                </a:pathLst>
              </a:cu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pic>
            <p:nvPicPr>
              <p:cNvPr id="38" name="Picture 37" descr="The image depicts a metallic, abstract gear with a circular pattern, suggesting a close-up view of its intricate design.&#10;&#10;AI-generated content may be incorrect.">
                <a:extLst>
                  <a:ext uri="{FF2B5EF4-FFF2-40B4-BE49-F238E27FC236}">
                    <a16:creationId xmlns:a16="http://schemas.microsoft.com/office/drawing/2014/main" id="{94660A77-9587-0265-FE74-FA212F5E68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351303">
                <a:off x="3763302" y="627687"/>
                <a:ext cx="10151795" cy="5623560"/>
              </a:xfrm>
              <a:prstGeom prst="rect">
                <a:avLst/>
              </a:prstGeom>
            </p:spPr>
          </p:pic>
          <p:sp>
            <p:nvSpPr>
              <p:cNvPr id="39" name="Teardrop 38">
                <a:extLst>
                  <a:ext uri="{FF2B5EF4-FFF2-40B4-BE49-F238E27FC236}">
                    <a16:creationId xmlns:a16="http://schemas.microsoft.com/office/drawing/2014/main" id="{E1F5FAF5-9E4C-402E-CAF9-3F2524B786CF}"/>
                  </a:ext>
                </a:extLst>
              </p:cNvPr>
              <p:cNvSpPr/>
              <p:nvPr/>
            </p:nvSpPr>
            <p:spPr>
              <a:xfrm rot="18900000" flipH="1">
                <a:off x="7010400" y="1600201"/>
                <a:ext cx="3657600" cy="3657600"/>
              </a:xfrm>
              <a:prstGeom prst="teardrop">
                <a:avLst>
                  <a:gd name="adj" fmla="val 78331"/>
                </a:avLst>
              </a:prstGeom>
              <a:solidFill>
                <a:srgbClr val="00B0F0"/>
              </a:solidFill>
              <a:ln w="38100"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40" name="Picture 39" descr="The image depicts a detailed, black gear with distinct, evenly spaced teeth, suggesting a mechanical or engine component.&#10;&#10;AI-generated content may be incorrect.">
                <a:extLst>
                  <a:ext uri="{FF2B5EF4-FFF2-40B4-BE49-F238E27FC236}">
                    <a16:creationId xmlns:a16="http://schemas.microsoft.com/office/drawing/2014/main" id="{7755F0FE-9419-B8C7-82EF-1D74E80757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1265898" y="617219"/>
                <a:ext cx="10151795" cy="5623560"/>
              </a:xfrm>
              <a:prstGeom prst="rect">
                <a:avLst/>
              </a:prstGeom>
            </p:spPr>
          </p:pic>
          <p:sp>
            <p:nvSpPr>
              <p:cNvPr id="41" name="Teardrop 40">
                <a:extLst>
                  <a:ext uri="{FF2B5EF4-FFF2-40B4-BE49-F238E27FC236}">
                    <a16:creationId xmlns:a16="http://schemas.microsoft.com/office/drawing/2014/main" id="{E3B28089-B57B-448D-B21C-B32EF9AE4667}"/>
                  </a:ext>
                </a:extLst>
              </p:cNvPr>
              <p:cNvSpPr/>
              <p:nvPr/>
            </p:nvSpPr>
            <p:spPr>
              <a:xfrm rot="2700000">
                <a:off x="1981200" y="1600200"/>
                <a:ext cx="3657600" cy="3657600"/>
              </a:xfrm>
              <a:prstGeom prst="teardrop">
                <a:avLst>
                  <a:gd name="adj" fmla="val 78331"/>
                </a:avLst>
              </a:prstGeom>
              <a:solidFill>
                <a:srgbClr val="00B0F0"/>
              </a:solidFill>
              <a:ln w="38100"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3" name="Picture 52" descr="The image depicts a simple, dark silhouette of a sphere or ovoid shape.&#10;&#10;AI-generated content may be incorrect.">
            <a:extLst>
              <a:ext uri="{FF2B5EF4-FFF2-40B4-BE49-F238E27FC236}">
                <a16:creationId xmlns:a16="http://schemas.microsoft.com/office/drawing/2014/main" id="{218BF04B-1E6D-7770-256D-D70724E47C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662" y="-74805"/>
            <a:ext cx="4999053" cy="2769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423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2CB803C-D1DD-61CD-1983-BCB7C99F11BD}"/>
              </a:ext>
            </a:extLst>
          </p:cNvPr>
          <p:cNvSpPr/>
          <p:nvPr/>
        </p:nvSpPr>
        <p:spPr>
          <a:xfrm>
            <a:off x="381000" y="223367"/>
            <a:ext cx="11430000" cy="6400800"/>
          </a:xfrm>
          <a:custGeom>
            <a:avLst/>
            <a:gdLst>
              <a:gd name="csX0" fmla="*/ 3200399 w 11430000"/>
              <a:gd name="csY0" fmla="*/ 457200 h 6400800"/>
              <a:gd name="csX1" fmla="*/ 457199 w 11430000"/>
              <a:gd name="csY1" fmla="*/ 3200400 h 6400800"/>
              <a:gd name="csX2" fmla="*/ 3200399 w 11430000"/>
              <a:gd name="csY2" fmla="*/ 5943600 h 6400800"/>
              <a:gd name="csX3" fmla="*/ 5612510 w 11430000"/>
              <a:gd name="csY3" fmla="*/ 4507973 h 6400800"/>
              <a:gd name="csX4" fmla="*/ 5714999 w 11430000"/>
              <a:gd name="csY4" fmla="*/ 4295217 h 6400800"/>
              <a:gd name="csX5" fmla="*/ 5817489 w 11430000"/>
              <a:gd name="csY5" fmla="*/ 4507973 h 6400800"/>
              <a:gd name="csX6" fmla="*/ 8229599 w 11430000"/>
              <a:gd name="csY6" fmla="*/ 5943600 h 6400800"/>
              <a:gd name="csX7" fmla="*/ 10972799 w 11430000"/>
              <a:gd name="csY7" fmla="*/ 3200400 h 6400800"/>
              <a:gd name="csX8" fmla="*/ 8229599 w 11430000"/>
              <a:gd name="csY8" fmla="*/ 457200 h 6400800"/>
              <a:gd name="csX9" fmla="*/ 5817489 w 11430000"/>
              <a:gd name="csY9" fmla="*/ 1892828 h 6400800"/>
              <a:gd name="csX10" fmla="*/ 5714999 w 11430000"/>
              <a:gd name="csY10" fmla="*/ 2105583 h 6400800"/>
              <a:gd name="csX11" fmla="*/ 5612510 w 11430000"/>
              <a:gd name="csY11" fmla="*/ 1892828 h 6400800"/>
              <a:gd name="csX12" fmla="*/ 3200399 w 11430000"/>
              <a:gd name="csY12" fmla="*/ 457200 h 6400800"/>
              <a:gd name="csX13" fmla="*/ 0 w 11430000"/>
              <a:gd name="csY13" fmla="*/ 0 h 6400800"/>
              <a:gd name="csX14" fmla="*/ 11430000 w 11430000"/>
              <a:gd name="csY14" fmla="*/ 0 h 6400800"/>
              <a:gd name="csX15" fmla="*/ 11430000 w 11430000"/>
              <a:gd name="csY15" fmla="*/ 6400800 h 6400800"/>
              <a:gd name="csX16" fmla="*/ 0 w 11430000"/>
              <a:gd name="csY16" fmla="*/ 6400800 h 6400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11430000" h="6400800">
                <a:moveTo>
                  <a:pt x="3200399" y="457200"/>
                </a:moveTo>
                <a:cubicBezTo>
                  <a:pt x="1685371" y="457200"/>
                  <a:pt x="457199" y="1685372"/>
                  <a:pt x="457199" y="3200400"/>
                </a:cubicBezTo>
                <a:cubicBezTo>
                  <a:pt x="457199" y="4715428"/>
                  <a:pt x="1685371" y="5943600"/>
                  <a:pt x="3200399" y="5943600"/>
                </a:cubicBezTo>
                <a:cubicBezTo>
                  <a:pt x="4241981" y="5943600"/>
                  <a:pt x="5147979" y="5363097"/>
                  <a:pt x="5612510" y="4507973"/>
                </a:cubicBezTo>
                <a:lnTo>
                  <a:pt x="5714999" y="4295217"/>
                </a:lnTo>
                <a:lnTo>
                  <a:pt x="5817489" y="4507973"/>
                </a:lnTo>
                <a:cubicBezTo>
                  <a:pt x="6282020" y="5363097"/>
                  <a:pt x="7188018" y="5943600"/>
                  <a:pt x="8229599" y="5943600"/>
                </a:cubicBezTo>
                <a:cubicBezTo>
                  <a:pt x="9744627" y="5943600"/>
                  <a:pt x="10972799" y="4715428"/>
                  <a:pt x="10972799" y="3200400"/>
                </a:cubicBezTo>
                <a:cubicBezTo>
                  <a:pt x="10972799" y="1685372"/>
                  <a:pt x="9744627" y="457200"/>
                  <a:pt x="8229599" y="457200"/>
                </a:cubicBezTo>
                <a:cubicBezTo>
                  <a:pt x="7188018" y="457200"/>
                  <a:pt x="6282020" y="1037703"/>
                  <a:pt x="5817489" y="1892828"/>
                </a:cubicBezTo>
                <a:lnTo>
                  <a:pt x="5714999" y="2105583"/>
                </a:lnTo>
                <a:lnTo>
                  <a:pt x="5612510" y="1892828"/>
                </a:lnTo>
                <a:cubicBezTo>
                  <a:pt x="5147979" y="1037703"/>
                  <a:pt x="4241981" y="457200"/>
                  <a:pt x="3200399" y="457200"/>
                </a:cubicBezTo>
                <a:close/>
                <a:moveTo>
                  <a:pt x="0" y="0"/>
                </a:moveTo>
                <a:lnTo>
                  <a:pt x="11430000" y="0"/>
                </a:lnTo>
                <a:lnTo>
                  <a:pt x="11430000" y="6400800"/>
                </a:lnTo>
                <a:lnTo>
                  <a:pt x="0" y="6400800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29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D477931B-7991-D19A-3905-3DE14567D9E6}"/>
              </a:ext>
            </a:extLst>
          </p:cNvPr>
          <p:cNvGrpSpPr/>
          <p:nvPr/>
        </p:nvGrpSpPr>
        <p:grpSpPr>
          <a:xfrm>
            <a:off x="-379955" y="-1652132"/>
            <a:ext cx="13343697" cy="10162263"/>
            <a:chOff x="-379955" y="-1652132"/>
            <a:chExt cx="13343697" cy="1016226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2F6735A8-F20E-CDA0-D38A-A472F9B6304C}"/>
                </a:ext>
              </a:extLst>
            </p:cNvPr>
            <p:cNvSpPr/>
            <p:nvPr/>
          </p:nvSpPr>
          <p:spPr>
            <a:xfrm>
              <a:off x="381000" y="457200"/>
              <a:ext cx="11430000" cy="59436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Picture 2" descr="The image depicts a metallic, abstract gear with a circular pattern, suggesting a close-up view of its intricate design.&#10;&#10;AI-generated content may be incorrect.">
              <a:extLst>
                <a:ext uri="{FF2B5EF4-FFF2-40B4-BE49-F238E27FC236}">
                  <a16:creationId xmlns:a16="http://schemas.microsoft.com/office/drawing/2014/main" id="{9581278B-AC15-2007-D975-C8F5969AB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4737918">
              <a:off x="3534703" y="622454"/>
              <a:ext cx="10151795" cy="5623560"/>
            </a:xfrm>
            <a:prstGeom prst="rect">
              <a:avLst/>
            </a:prstGeom>
          </p:spPr>
        </p:pic>
        <p:pic>
          <p:nvPicPr>
            <p:cNvPr id="4" name="Picture 3" descr="The image depicts a detailed, black gear with distinct, evenly spaced teeth, suggesting a mechanical or engine component.&#10;&#10;AI-generated content may be incorrect.">
              <a:extLst>
                <a:ext uri="{FF2B5EF4-FFF2-40B4-BE49-F238E27FC236}">
                  <a16:creationId xmlns:a16="http://schemas.microsoft.com/office/drawing/2014/main" id="{83FA9780-7DC8-2CC0-395F-558EAF488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007968">
              <a:off x="-1494497" y="611986"/>
              <a:ext cx="10151795" cy="5623560"/>
            </a:xfrm>
            <a:prstGeom prst="rect">
              <a:avLst/>
            </a:prstGeom>
          </p:spPr>
        </p:pic>
        <p:pic>
          <p:nvPicPr>
            <p:cNvPr id="5" name="Picture 4" descr="The image depicts a simple, dark silhouette of a sphere or ovoid shape.&#10;&#10;AI-generated content may be incorrect.">
              <a:extLst>
                <a:ext uri="{FF2B5EF4-FFF2-40B4-BE49-F238E27FC236}">
                  <a16:creationId xmlns:a16="http://schemas.microsoft.com/office/drawing/2014/main" id="{951BA050-6A0F-6F7C-C766-25EE4C7134E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18739">
              <a:off x="-379955" y="-258513"/>
              <a:ext cx="6062684" cy="3358406"/>
            </a:xfrm>
            <a:prstGeom prst="rect">
              <a:avLst/>
            </a:prstGeom>
          </p:spPr>
        </p:pic>
        <p:pic>
          <p:nvPicPr>
            <p:cNvPr id="19" name="Picture 18" descr="The image depicts a simple, dark silhouette of a sphere or ovoid shape.&#10;&#10;AI-generated content may be incorrect.">
              <a:extLst>
                <a:ext uri="{FF2B5EF4-FFF2-40B4-BE49-F238E27FC236}">
                  <a16:creationId xmlns:a16="http://schemas.microsoft.com/office/drawing/2014/main" id="{296FC47B-D07B-C1CA-DE72-26F3632000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646704">
              <a:off x="3176685" y="1642546"/>
              <a:ext cx="6062684" cy="3358406"/>
            </a:xfrm>
            <a:prstGeom prst="rect">
              <a:avLst/>
            </a:prstGeom>
          </p:spPr>
        </p:pic>
        <p:pic>
          <p:nvPicPr>
            <p:cNvPr id="20" name="Picture 19" descr="The image depicts a simple, dark silhouette of a sphere or ovoid shape.&#10;&#10;AI-generated content may be incorrect.">
              <a:extLst>
                <a:ext uri="{FF2B5EF4-FFF2-40B4-BE49-F238E27FC236}">
                  <a16:creationId xmlns:a16="http://schemas.microsoft.com/office/drawing/2014/main" id="{277A4DC8-8F77-6965-0DA0-D87ADA268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818739">
              <a:off x="6901058" y="3663903"/>
              <a:ext cx="6062684" cy="3358406"/>
            </a:xfrm>
            <a:prstGeom prst="rect">
              <a:avLst/>
            </a:prstGeom>
          </p:spPr>
        </p:pic>
        <p:sp>
          <p:nvSpPr>
            <p:cNvPr id="18" name="Teardrop 17">
              <a:extLst>
                <a:ext uri="{FF2B5EF4-FFF2-40B4-BE49-F238E27FC236}">
                  <a16:creationId xmlns:a16="http://schemas.microsoft.com/office/drawing/2014/main" id="{0C1E9631-A975-4583-DD65-DB1E4196E4A6}"/>
                </a:ext>
              </a:extLst>
            </p:cNvPr>
            <p:cNvSpPr/>
            <p:nvPr/>
          </p:nvSpPr>
          <p:spPr>
            <a:xfrm rot="18900000" flipH="1">
              <a:off x="6781801" y="1594968"/>
              <a:ext cx="3657600" cy="3657600"/>
            </a:xfrm>
            <a:prstGeom prst="teardrop">
              <a:avLst>
                <a:gd name="adj" fmla="val 78331"/>
              </a:avLst>
            </a:prstGeom>
            <a:solidFill>
              <a:srgbClr val="00B0F0"/>
            </a:solidFill>
            <a:ln w="3810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ardrop 15">
              <a:extLst>
                <a:ext uri="{FF2B5EF4-FFF2-40B4-BE49-F238E27FC236}">
                  <a16:creationId xmlns:a16="http://schemas.microsoft.com/office/drawing/2014/main" id="{8A89A2DB-D5F5-F29B-B1F5-7F9AB150A79B}"/>
                </a:ext>
              </a:extLst>
            </p:cNvPr>
            <p:cNvSpPr/>
            <p:nvPr/>
          </p:nvSpPr>
          <p:spPr>
            <a:xfrm rot="2700000">
              <a:off x="1752601" y="1594967"/>
              <a:ext cx="3657600" cy="3657600"/>
            </a:xfrm>
            <a:prstGeom prst="teardrop">
              <a:avLst>
                <a:gd name="adj" fmla="val 78331"/>
              </a:avLst>
            </a:prstGeom>
            <a:solidFill>
              <a:srgbClr val="00B0F0"/>
            </a:solidFill>
            <a:ln w="3810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E9E434F-094D-91DE-AD48-08A2945FCD9A}"/>
                </a:ext>
              </a:extLst>
            </p:cNvPr>
            <p:cNvSpPr/>
            <p:nvPr/>
          </p:nvSpPr>
          <p:spPr>
            <a:xfrm>
              <a:off x="381000" y="223367"/>
              <a:ext cx="11430000" cy="6400800"/>
            </a:xfrm>
            <a:custGeom>
              <a:avLst/>
              <a:gdLst>
                <a:gd name="csX0" fmla="*/ 3200399 w 11430000"/>
                <a:gd name="csY0" fmla="*/ 457200 h 6400800"/>
                <a:gd name="csX1" fmla="*/ 457199 w 11430000"/>
                <a:gd name="csY1" fmla="*/ 3200400 h 6400800"/>
                <a:gd name="csX2" fmla="*/ 3200399 w 11430000"/>
                <a:gd name="csY2" fmla="*/ 5943600 h 6400800"/>
                <a:gd name="csX3" fmla="*/ 5612510 w 11430000"/>
                <a:gd name="csY3" fmla="*/ 4507973 h 6400800"/>
                <a:gd name="csX4" fmla="*/ 5714999 w 11430000"/>
                <a:gd name="csY4" fmla="*/ 4295217 h 6400800"/>
                <a:gd name="csX5" fmla="*/ 5817489 w 11430000"/>
                <a:gd name="csY5" fmla="*/ 4507973 h 6400800"/>
                <a:gd name="csX6" fmla="*/ 8229599 w 11430000"/>
                <a:gd name="csY6" fmla="*/ 5943600 h 6400800"/>
                <a:gd name="csX7" fmla="*/ 10972799 w 11430000"/>
                <a:gd name="csY7" fmla="*/ 3200400 h 6400800"/>
                <a:gd name="csX8" fmla="*/ 8229599 w 11430000"/>
                <a:gd name="csY8" fmla="*/ 457200 h 6400800"/>
                <a:gd name="csX9" fmla="*/ 5817489 w 11430000"/>
                <a:gd name="csY9" fmla="*/ 1892828 h 6400800"/>
                <a:gd name="csX10" fmla="*/ 5714999 w 11430000"/>
                <a:gd name="csY10" fmla="*/ 2105583 h 6400800"/>
                <a:gd name="csX11" fmla="*/ 5612510 w 11430000"/>
                <a:gd name="csY11" fmla="*/ 1892828 h 6400800"/>
                <a:gd name="csX12" fmla="*/ 3200399 w 11430000"/>
                <a:gd name="csY12" fmla="*/ 457200 h 6400800"/>
                <a:gd name="csX13" fmla="*/ 0 w 11430000"/>
                <a:gd name="csY13" fmla="*/ 0 h 6400800"/>
                <a:gd name="csX14" fmla="*/ 11430000 w 11430000"/>
                <a:gd name="csY14" fmla="*/ 0 h 6400800"/>
                <a:gd name="csX15" fmla="*/ 11430000 w 11430000"/>
                <a:gd name="csY15" fmla="*/ 6400800 h 6400800"/>
                <a:gd name="csX16" fmla="*/ 0 w 11430000"/>
                <a:gd name="csY16" fmla="*/ 6400800 h 6400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11430000" h="6400800">
                  <a:moveTo>
                    <a:pt x="3200399" y="457200"/>
                  </a:moveTo>
                  <a:cubicBezTo>
                    <a:pt x="1685371" y="457200"/>
                    <a:pt x="457199" y="1685372"/>
                    <a:pt x="457199" y="3200400"/>
                  </a:cubicBezTo>
                  <a:cubicBezTo>
                    <a:pt x="457199" y="4715428"/>
                    <a:pt x="1685371" y="5943600"/>
                    <a:pt x="3200399" y="5943600"/>
                  </a:cubicBezTo>
                  <a:cubicBezTo>
                    <a:pt x="4241981" y="5943600"/>
                    <a:pt x="5147979" y="5363097"/>
                    <a:pt x="5612510" y="4507973"/>
                  </a:cubicBezTo>
                  <a:lnTo>
                    <a:pt x="5714999" y="4295217"/>
                  </a:lnTo>
                  <a:lnTo>
                    <a:pt x="5817489" y="4507973"/>
                  </a:lnTo>
                  <a:cubicBezTo>
                    <a:pt x="6282020" y="5363097"/>
                    <a:pt x="7188018" y="5943600"/>
                    <a:pt x="8229599" y="5943600"/>
                  </a:cubicBezTo>
                  <a:cubicBezTo>
                    <a:pt x="9744627" y="5943600"/>
                    <a:pt x="10972799" y="4715428"/>
                    <a:pt x="10972799" y="3200400"/>
                  </a:cubicBezTo>
                  <a:cubicBezTo>
                    <a:pt x="10972799" y="1685372"/>
                    <a:pt x="9744627" y="457200"/>
                    <a:pt x="8229599" y="457200"/>
                  </a:cubicBezTo>
                  <a:cubicBezTo>
                    <a:pt x="7188018" y="457200"/>
                    <a:pt x="6282020" y="1037703"/>
                    <a:pt x="5817489" y="1892828"/>
                  </a:cubicBezTo>
                  <a:lnTo>
                    <a:pt x="5714999" y="2105583"/>
                  </a:lnTo>
                  <a:lnTo>
                    <a:pt x="5612510" y="1892828"/>
                  </a:lnTo>
                  <a:cubicBezTo>
                    <a:pt x="5147979" y="1037703"/>
                    <a:pt x="4241981" y="457200"/>
                    <a:pt x="3200399" y="457200"/>
                  </a:cubicBezTo>
                  <a:close/>
                  <a:moveTo>
                    <a:pt x="0" y="0"/>
                  </a:moveTo>
                  <a:lnTo>
                    <a:pt x="11430000" y="0"/>
                  </a:lnTo>
                  <a:lnTo>
                    <a:pt x="11430000" y="6400800"/>
                  </a:lnTo>
                  <a:lnTo>
                    <a:pt x="0" y="6400800"/>
                  </a:lnTo>
                  <a:close/>
                </a:path>
              </a:pathLst>
            </a:custGeom>
            <a:solidFill>
              <a:srgbClr val="00B0F0"/>
            </a:solidFill>
            <a:ln w="38100"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01353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The image depicts two interlocking gears with colored segments, possibly representing a mechanical or molecular structure.&#10;&#10;AI-generated content may be incorrect.">
            <a:extLst>
              <a:ext uri="{FF2B5EF4-FFF2-40B4-BE49-F238E27FC236}">
                <a16:creationId xmlns:a16="http://schemas.microsoft.com/office/drawing/2014/main" id="{9877896A-FD06-A4F1-FA0B-F71CDB0FD3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05" t="22315" r="10625" b="22315"/>
          <a:stretch>
            <a:fillRect/>
          </a:stretch>
        </p:blipFill>
        <p:spPr>
          <a:xfrm>
            <a:off x="2774950" y="1530350"/>
            <a:ext cx="6762750" cy="37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658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79A03B7-A826-AF9B-F7F4-57025A1BCF47}"/>
              </a:ext>
            </a:extLst>
          </p:cNvPr>
          <p:cNvGrpSpPr/>
          <p:nvPr/>
        </p:nvGrpSpPr>
        <p:grpSpPr>
          <a:xfrm>
            <a:off x="2666998" y="0"/>
            <a:ext cx="6858001" cy="6858000"/>
            <a:chOff x="2666998" y="0"/>
            <a:chExt cx="6858001" cy="68580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DB0956C-258D-55D9-CA80-AFEB42E6A57D}"/>
                </a:ext>
              </a:extLst>
            </p:cNvPr>
            <p:cNvGrpSpPr/>
            <p:nvPr/>
          </p:nvGrpSpPr>
          <p:grpSpPr>
            <a:xfrm>
              <a:off x="2666998" y="0"/>
              <a:ext cx="6858001" cy="6858000"/>
              <a:chOff x="2666998" y="0"/>
              <a:chExt cx="6858001" cy="6858000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CE10BA7F-77DF-B148-F4DC-38E6CA3E7AD3}"/>
                  </a:ext>
                </a:extLst>
              </p:cNvPr>
              <p:cNvSpPr/>
              <p:nvPr/>
            </p:nvSpPr>
            <p:spPr>
              <a:xfrm>
                <a:off x="2666999" y="0"/>
                <a:ext cx="6858000" cy="6858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61ACDC7-DC6B-E24F-ED3F-9E762501C945}"/>
                  </a:ext>
                </a:extLst>
              </p:cNvPr>
              <p:cNvSpPr txBox="1"/>
              <p:nvPr/>
            </p:nvSpPr>
            <p:spPr>
              <a:xfrm>
                <a:off x="2666998" y="4348538"/>
                <a:ext cx="6858001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0" dirty="0">
                    <a:solidFill>
                      <a:schemeClr val="bg1"/>
                    </a:solidFill>
                    <a:latin typeface="Rope MF" panose="00000400000000000000" pitchFamily="2" charset="0"/>
                  </a:rPr>
                  <a:t>BRAIDER</a:t>
                </a:r>
              </a:p>
            </p:txBody>
          </p:sp>
        </p:grpSp>
        <p:pic>
          <p:nvPicPr>
            <p:cNvPr id="4" name="Picture 3" descr="The image depicts two interlocking gears with colored segments, possibly representing a mechanical or molecular structure.&#10;&#10;AI-generated content may be incorrect.">
              <a:extLst>
                <a:ext uri="{FF2B5EF4-FFF2-40B4-BE49-F238E27FC236}">
                  <a16:creationId xmlns:a16="http://schemas.microsoft.com/office/drawing/2014/main" id="{072892DB-0461-128C-538F-8DD1AA910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005" t="22315" r="10625" b="22315"/>
            <a:stretch>
              <a:fillRect/>
            </a:stretch>
          </p:blipFill>
          <p:spPr>
            <a:xfrm>
              <a:off x="2714623" y="612911"/>
              <a:ext cx="6762750" cy="3797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2594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D6284B3-A2F5-3860-B288-6ADBFE4C0F53}"/>
              </a:ext>
            </a:extLst>
          </p:cNvPr>
          <p:cNvGrpSpPr/>
          <p:nvPr/>
        </p:nvGrpSpPr>
        <p:grpSpPr>
          <a:xfrm>
            <a:off x="2661248" y="0"/>
            <a:ext cx="6863751" cy="6858000"/>
            <a:chOff x="2661248" y="0"/>
            <a:chExt cx="6863751" cy="68580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C584804-52D2-6F49-B192-67C17A919566}"/>
                </a:ext>
              </a:extLst>
            </p:cNvPr>
            <p:cNvGrpSpPr/>
            <p:nvPr/>
          </p:nvGrpSpPr>
          <p:grpSpPr>
            <a:xfrm>
              <a:off x="2661248" y="0"/>
              <a:ext cx="6863751" cy="6858000"/>
              <a:chOff x="2661248" y="0"/>
              <a:chExt cx="6863751" cy="685800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D16C974-A55F-1656-E869-133AD0F062C0}"/>
                  </a:ext>
                </a:extLst>
              </p:cNvPr>
              <p:cNvSpPr/>
              <p:nvPr/>
            </p:nvSpPr>
            <p:spPr>
              <a:xfrm>
                <a:off x="2666999" y="0"/>
                <a:ext cx="6858000" cy="6858000"/>
              </a:xfrm>
              <a:prstGeom prst="rect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3E0DA1-4175-E46F-0CA8-02944081E5D6}"/>
                  </a:ext>
                </a:extLst>
              </p:cNvPr>
              <p:cNvSpPr txBox="1"/>
              <p:nvPr/>
            </p:nvSpPr>
            <p:spPr>
              <a:xfrm>
                <a:off x="2661248" y="4145338"/>
                <a:ext cx="6858001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0" dirty="0">
                    <a:solidFill>
                      <a:schemeClr val="bg1"/>
                    </a:solidFill>
                    <a:latin typeface="Rope MF" panose="00000400000000000000" pitchFamily="2" charset="0"/>
                  </a:rPr>
                  <a:t>BRAIDER</a:t>
                </a:r>
              </a:p>
            </p:txBody>
          </p:sp>
        </p:grpSp>
        <p:pic>
          <p:nvPicPr>
            <p:cNvPr id="12" name="Picture 11" descr="The image depicts two interlocking gears with colored segments, possibly representing a mechanical or molecular structure.&#10;&#10;AI-generated content may be incorrect.">
              <a:extLst>
                <a:ext uri="{FF2B5EF4-FFF2-40B4-BE49-F238E27FC236}">
                  <a16:creationId xmlns:a16="http://schemas.microsoft.com/office/drawing/2014/main" id="{DEBBC641-B8C9-FFD5-093F-553222A473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2662" t="23105" r="11412" b="23214"/>
            <a:stretch>
              <a:fillRect/>
            </a:stretch>
          </p:blipFill>
          <p:spPr>
            <a:xfrm>
              <a:off x="2771955" y="667109"/>
              <a:ext cx="6636588" cy="3681429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3627814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0B81AFC-6F34-08E9-C589-8B63063BB69E}"/>
              </a:ext>
            </a:extLst>
          </p:cNvPr>
          <p:cNvGrpSpPr/>
          <p:nvPr/>
        </p:nvGrpSpPr>
        <p:grpSpPr>
          <a:xfrm>
            <a:off x="1524000" y="897890"/>
            <a:ext cx="9144000" cy="5062220"/>
            <a:chOff x="1524000" y="897890"/>
            <a:chExt cx="9144000" cy="50622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9A5558B-D791-9B2B-913B-274A33730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897890"/>
              <a:ext cx="9144000" cy="5062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7C49AF6C-2AE8-D400-CB4B-940B28D3527D}"/>
                </a:ext>
              </a:extLst>
            </p:cNvPr>
            <p:cNvSpPr/>
            <p:nvPr/>
          </p:nvSpPr>
          <p:spPr>
            <a:xfrm>
              <a:off x="3695700" y="1038225"/>
              <a:ext cx="4800600" cy="478155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3B5EB4F8-A97E-06AC-72FA-4E8707752D6C}"/>
                </a:ext>
              </a:extLst>
            </p:cNvPr>
            <p:cNvSpPr/>
            <p:nvPr/>
          </p:nvSpPr>
          <p:spPr>
            <a:xfrm>
              <a:off x="6050280" y="3383280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3CEEC4AD-7B3C-D831-B140-A7B1B36C50DF}"/>
                </a:ext>
              </a:extLst>
            </p:cNvPr>
            <p:cNvCxnSpPr>
              <a:cxnSpLocks/>
              <a:stCxn id="4" idx="0"/>
              <a:endCxn id="3" idx="0"/>
            </p:cNvCxnSpPr>
            <p:nvPr/>
          </p:nvCxnSpPr>
          <p:spPr>
            <a:xfrm flipV="1">
              <a:off x="6096000" y="1038225"/>
              <a:ext cx="0" cy="234505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25139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4812A7DE-6B88-CC40-8848-497F40F75896}"/>
              </a:ext>
            </a:extLst>
          </p:cNvPr>
          <p:cNvGrpSpPr/>
          <p:nvPr/>
        </p:nvGrpSpPr>
        <p:grpSpPr>
          <a:xfrm>
            <a:off x="1524000" y="897890"/>
            <a:ext cx="9144000" cy="5062220"/>
            <a:chOff x="1524000" y="897890"/>
            <a:chExt cx="9144000" cy="506222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C80D048-B432-E95D-2129-911ED3B5E7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000" y="897890"/>
              <a:ext cx="9144000" cy="50622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666FD7BB-FAFE-622D-FB10-749D5E2127F2}"/>
                </a:ext>
              </a:extLst>
            </p:cNvPr>
            <p:cNvSpPr/>
            <p:nvPr/>
          </p:nvSpPr>
          <p:spPr>
            <a:xfrm>
              <a:off x="3695700" y="1038225"/>
              <a:ext cx="4800600" cy="478155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7FF3F184-C1C6-714E-9FAC-41AEE5B0EBE8}"/>
                </a:ext>
              </a:extLst>
            </p:cNvPr>
            <p:cNvCxnSpPr>
              <a:cxnSpLocks/>
              <a:stCxn id="9" idx="0"/>
              <a:endCxn id="4" idx="0"/>
            </p:cNvCxnSpPr>
            <p:nvPr/>
          </p:nvCxnSpPr>
          <p:spPr>
            <a:xfrm flipV="1">
              <a:off x="6096000" y="1038225"/>
              <a:ext cx="0" cy="2345055"/>
            </a:xfrm>
            <a:prstGeom prst="line">
              <a:avLst/>
            </a:prstGeom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310E68D-2B48-F5E4-5BD6-B67B3561CD2B}"/>
                </a:ext>
              </a:extLst>
            </p:cNvPr>
            <p:cNvCxnSpPr>
              <a:cxnSpLocks/>
              <a:stCxn id="9" idx="0"/>
            </p:cNvCxnSpPr>
            <p:nvPr/>
          </p:nvCxnSpPr>
          <p:spPr>
            <a:xfrm flipH="1" flipV="1">
              <a:off x="5853113" y="1038225"/>
              <a:ext cx="242887" cy="234505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6D37998-7BDF-E8FE-640C-50068E075C1F}"/>
                </a:ext>
              </a:extLst>
            </p:cNvPr>
            <p:cNvSpPr/>
            <p:nvPr/>
          </p:nvSpPr>
          <p:spPr>
            <a:xfrm>
              <a:off x="6050280" y="3383280"/>
              <a:ext cx="91440" cy="914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99953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</Words>
  <Application>Microsoft Office PowerPoint</Application>
  <PresentationFormat>Widescreen</PresentationFormat>
  <Paragraphs>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Rope MF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Andres Flores</dc:creator>
  <cp:lastModifiedBy>Andres Flores</cp:lastModifiedBy>
  <cp:revision>3</cp:revision>
  <dcterms:created xsi:type="dcterms:W3CDTF">2026-04-13T18:00:05Z</dcterms:created>
  <dcterms:modified xsi:type="dcterms:W3CDTF">2026-04-25T05:55:04Z</dcterms:modified>
</cp:coreProperties>
</file>