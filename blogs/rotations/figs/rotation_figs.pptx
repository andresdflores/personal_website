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320" r:id="rId5"/>
    <p:sldId id="321" r:id="rId6"/>
    <p:sldId id="322" r:id="rId7"/>
    <p:sldId id="323" r:id="rId8"/>
    <p:sldId id="318" r:id="rId9"/>
    <p:sldId id="3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0ACDA-3C52-4755-8C7E-8A8E024824C6}" v="127" dt="2026-05-25T18:35:46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lores" userId="cbb745aa252d2737" providerId="LiveId" clId="{5B02DD72-2521-4955-B22A-9213A9536617}"/>
    <pc:docChg chg="undo redo custSel addSld delSld modSld sldOrd">
      <pc:chgData name="Andres Flores" userId="cbb745aa252d2737" providerId="LiveId" clId="{5B02DD72-2521-4955-B22A-9213A9536617}" dt="2026-05-25T18:35:50.566" v="522" actId="1076"/>
      <pc:docMkLst>
        <pc:docMk/>
      </pc:docMkLst>
      <pc:sldChg chg="modSp mod">
        <pc:chgData name="Andres Flores" userId="cbb745aa252d2737" providerId="LiveId" clId="{5B02DD72-2521-4955-B22A-9213A9536617}" dt="2026-05-20T01:13:12.498" v="46" actId="208"/>
        <pc:sldMkLst>
          <pc:docMk/>
          <pc:sldMk cId="3906568244" sldId="257"/>
        </pc:sldMkLst>
        <pc:spChg chg="mod">
          <ac:chgData name="Andres Flores" userId="cbb745aa252d2737" providerId="LiveId" clId="{5B02DD72-2521-4955-B22A-9213A9536617}" dt="2026-05-20T01:13:12.498" v="46" actId="208"/>
          <ac:spMkLst>
            <pc:docMk/>
            <pc:sldMk cId="3906568244" sldId="257"/>
            <ac:spMk id="8" creationId="{2118AAB5-BB97-D4C0-9EDB-03900DD6F7F6}"/>
          </ac:spMkLst>
        </pc:spChg>
        <pc:spChg chg="mod">
          <ac:chgData name="Andres Flores" userId="cbb745aa252d2737" providerId="LiveId" clId="{5B02DD72-2521-4955-B22A-9213A9536617}" dt="2026-05-20T01:13:03.197" v="44" actId="207"/>
          <ac:spMkLst>
            <pc:docMk/>
            <pc:sldMk cId="3906568244" sldId="257"/>
            <ac:spMk id="11" creationId="{99F3DEFD-BEAD-99DD-80CE-7271591CE2D5}"/>
          </ac:spMkLst>
        </pc:spChg>
        <pc:spChg chg="mod">
          <ac:chgData name="Andres Flores" userId="cbb745aa252d2737" providerId="LiveId" clId="{5B02DD72-2521-4955-B22A-9213A9536617}" dt="2026-05-20T01:12:40.538" v="41" actId="208"/>
          <ac:spMkLst>
            <pc:docMk/>
            <pc:sldMk cId="3906568244" sldId="257"/>
            <ac:spMk id="13" creationId="{7137EEA1-AAB7-27C1-4855-FCC0E3E77FF3}"/>
          </ac:spMkLst>
        </pc:spChg>
        <pc:spChg chg="mod">
          <ac:chgData name="Andres Flores" userId="cbb745aa252d2737" providerId="LiveId" clId="{5B02DD72-2521-4955-B22A-9213A9536617}" dt="2026-05-20T01:12:49.473" v="42" actId="207"/>
          <ac:spMkLst>
            <pc:docMk/>
            <pc:sldMk cId="3906568244" sldId="257"/>
            <ac:spMk id="14" creationId="{0A95BE90-A5A6-381D-40C2-D147CC78104B}"/>
          </ac:spMkLst>
        </pc:spChg>
        <pc:spChg chg="mod">
          <ac:chgData name="Andres Flores" userId="cbb745aa252d2737" providerId="LiveId" clId="{5B02DD72-2521-4955-B22A-9213A9536617}" dt="2026-05-20T01:13:06.601" v="45" actId="207"/>
          <ac:spMkLst>
            <pc:docMk/>
            <pc:sldMk cId="3906568244" sldId="257"/>
            <ac:spMk id="17" creationId="{FC7A5611-47BD-C676-59AE-9A5CE7256F8F}"/>
          </ac:spMkLst>
        </pc:spChg>
        <pc:spChg chg="mod">
          <ac:chgData name="Andres Flores" userId="cbb745aa252d2737" providerId="LiveId" clId="{5B02DD72-2521-4955-B22A-9213A9536617}" dt="2026-05-20T01:13:00.759" v="43" actId="207"/>
          <ac:spMkLst>
            <pc:docMk/>
            <pc:sldMk cId="3906568244" sldId="257"/>
            <ac:spMk id="20" creationId="{1EB328FB-CC5A-2D31-E92E-5242DB08C45D}"/>
          </ac:spMkLst>
        </pc:spChg>
        <pc:cxnChg chg="mod">
          <ac:chgData name="Andres Flores" userId="cbb745aa252d2737" providerId="LiveId" clId="{5B02DD72-2521-4955-B22A-9213A9536617}" dt="2026-05-20T01:12:40.538" v="41" actId="208"/>
          <ac:cxnSpMkLst>
            <pc:docMk/>
            <pc:sldMk cId="3906568244" sldId="257"/>
            <ac:cxnSpMk id="10" creationId="{395C82C3-7526-F26B-DF70-BFE1312CD3F1}"/>
          </ac:cxnSpMkLst>
        </pc:cxnChg>
      </pc:sldChg>
      <pc:sldChg chg="addSp delSp modSp del mod">
        <pc:chgData name="Andres Flores" userId="cbb745aa252d2737" providerId="LiveId" clId="{5B02DD72-2521-4955-B22A-9213A9536617}" dt="2026-05-25T18:35:34.035" v="519" actId="47"/>
        <pc:sldMkLst>
          <pc:docMk/>
          <pc:sldMk cId="3928039653" sldId="258"/>
        </pc:sldMkLst>
      </pc:sldChg>
      <pc:sldChg chg="addSp delSp modSp add mod">
        <pc:chgData name="Andres Flores" userId="cbb745aa252d2737" providerId="LiveId" clId="{5B02DD72-2521-4955-B22A-9213A9536617}" dt="2026-05-20T04:03:58.505" v="221" actId="12789"/>
        <pc:sldMkLst>
          <pc:docMk/>
          <pc:sldMk cId="3070632807" sldId="259"/>
        </pc:sldMkLst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1" creationId="{FC22BB22-9739-F3B5-338F-3AC8CEF2F657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2" creationId="{EF9567E9-C10A-14A1-0722-AB4A1E97AD1F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3" creationId="{26BB0365-7150-9C93-DB26-D4474FEEC765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4" creationId="{B9A72E07-8CC1-D723-B9C3-B0C6D63F48C5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6" creationId="{D9832C4F-A328-6D3D-5392-DE2BACE1BF6A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7" creationId="{E47CC1B9-31DD-0097-A4BB-7265ACD6399F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8" creationId="{09C0F26E-CCA9-313D-05D5-8564C599AF67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19" creationId="{EC4860DA-B2BD-51C2-DAE5-075B4F3BE975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20" creationId="{62E2B7BF-124E-CC56-E33E-E322AF5A7051}"/>
          </ac:spMkLst>
        </pc:spChg>
        <pc:spChg chg="mod">
          <ac:chgData name="Andres Flores" userId="cbb745aa252d2737" providerId="LiveId" clId="{5B02DD72-2521-4955-B22A-9213A9536617}" dt="2026-05-20T03:58:05.716" v="161" actId="164"/>
          <ac:spMkLst>
            <pc:docMk/>
            <pc:sldMk cId="3070632807" sldId="259"/>
            <ac:spMk id="21" creationId="{88169DAF-EC97-34DA-3856-FF9869640CA6}"/>
          </ac:spMkLst>
        </pc:spChg>
        <pc:grpChg chg="mod">
          <ac:chgData name="Andres Flores" userId="cbb745aa252d2737" providerId="LiveId" clId="{5B02DD72-2521-4955-B22A-9213A9536617}" dt="2026-05-20T04:03:58.505" v="221" actId="12789"/>
          <ac:grpSpMkLst>
            <pc:docMk/>
            <pc:sldMk cId="3070632807" sldId="259"/>
            <ac:grpSpMk id="3" creationId="{1948D2BA-1C6B-C24D-57DB-10DE82CE410C}"/>
          </ac:grpSpMkLst>
        </pc:grpChg>
        <pc:cxnChg chg="add mod">
          <ac:chgData name="Andres Flores" userId="cbb745aa252d2737" providerId="LiveId" clId="{5B02DD72-2521-4955-B22A-9213A9536617}" dt="2026-05-20T03:57:48.314" v="160" actId="1036"/>
          <ac:cxnSpMkLst>
            <pc:docMk/>
            <pc:sldMk cId="3070632807" sldId="259"/>
            <ac:cxnSpMk id="7" creationId="{1568BCAC-32BD-9725-517B-846BC3AA8B77}"/>
          </ac:cxnSpMkLst>
        </pc:cxnChg>
        <pc:cxnChg chg="add mod">
          <ac:chgData name="Andres Flores" userId="cbb745aa252d2737" providerId="LiveId" clId="{5B02DD72-2521-4955-B22A-9213A9536617}" dt="2026-05-20T03:57:43.572" v="157" actId="1037"/>
          <ac:cxnSpMkLst>
            <pc:docMk/>
            <pc:sldMk cId="3070632807" sldId="259"/>
            <ac:cxnSpMk id="9" creationId="{CB4D1446-FC17-0FD8-1E23-AA814325C095}"/>
          </ac:cxnSpMkLst>
        </pc:cxnChg>
      </pc:sldChg>
      <pc:sldChg chg="addSp delSp modSp add mod ord">
        <pc:chgData name="Andres Flores" userId="cbb745aa252d2737" providerId="LiveId" clId="{5B02DD72-2521-4955-B22A-9213A9536617}" dt="2026-05-21T00:46:56.983" v="423" actId="21"/>
        <pc:sldMkLst>
          <pc:docMk/>
          <pc:sldMk cId="1206957572" sldId="260"/>
        </pc:sldMkLst>
        <pc:spChg chg="add mod">
          <ac:chgData name="Andres Flores" userId="cbb745aa252d2737" providerId="LiveId" clId="{5B02DD72-2521-4955-B22A-9213A9536617}" dt="2026-05-21T00:46:49.651" v="420" actId="164"/>
          <ac:spMkLst>
            <pc:docMk/>
            <pc:sldMk cId="1206957572" sldId="260"/>
            <ac:spMk id="26" creationId="{04322549-FDF0-E0D4-142D-754431032538}"/>
          </ac:spMkLst>
        </pc:spChg>
        <pc:spChg chg="add mod">
          <ac:chgData name="Andres Flores" userId="cbb745aa252d2737" providerId="LiveId" clId="{5B02DD72-2521-4955-B22A-9213A9536617}" dt="2026-05-21T00:46:49.651" v="420" actId="164"/>
          <ac:spMkLst>
            <pc:docMk/>
            <pc:sldMk cId="1206957572" sldId="260"/>
            <ac:spMk id="27" creationId="{43337606-9268-3EBA-39F2-8F830F768DFE}"/>
          </ac:spMkLst>
        </pc:spChg>
        <pc:spChg chg="add mod">
          <ac:chgData name="Andres Flores" userId="cbb745aa252d2737" providerId="LiveId" clId="{5B02DD72-2521-4955-B22A-9213A9536617}" dt="2026-05-21T00:46:49.651" v="420" actId="164"/>
          <ac:spMkLst>
            <pc:docMk/>
            <pc:sldMk cId="1206957572" sldId="260"/>
            <ac:spMk id="28" creationId="{483BBDA4-B6EE-F0DB-8BD0-6ED8B7C543EE}"/>
          </ac:spMkLst>
        </pc:spChg>
        <pc:spChg chg="add mod">
          <ac:chgData name="Andres Flores" userId="cbb745aa252d2737" providerId="LiveId" clId="{5B02DD72-2521-4955-B22A-9213A9536617}" dt="2026-05-21T00:46:49.651" v="420" actId="164"/>
          <ac:spMkLst>
            <pc:docMk/>
            <pc:sldMk cId="1206957572" sldId="260"/>
            <ac:spMk id="29" creationId="{2464448B-93DD-3451-432B-79FC610E46F3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59" creationId="{C6B6EA71-059F-D29D-9CFB-9A85DE0150E3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60" creationId="{2A8CE846-A6E2-7F73-0600-41B2415CDC3E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65" creationId="{D3539123-2AB4-F8AF-9489-965432FEE113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74" creationId="{A360C8AA-A592-3505-11C7-E3E77E73F0EA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75" creationId="{3840172A-438C-1F77-49AA-F8851197B0A5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76" creationId="{05F75862-2F4D-71E4-AEAD-4543FF117F96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79" creationId="{081D03F5-6AF4-D299-111C-B623CA3386E8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80" creationId="{BB712E6E-8388-58F4-0724-0386D0F0503F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81" creationId="{A751F686-9CE3-9A36-77E1-E44213B4F58C}"/>
          </ac:spMkLst>
        </pc:spChg>
        <pc:spChg chg="mod">
          <ac:chgData name="Andres Flores" userId="cbb745aa252d2737" providerId="LiveId" clId="{5B02DD72-2521-4955-B22A-9213A9536617}" dt="2026-05-21T00:45:02.528" v="386"/>
          <ac:spMkLst>
            <pc:docMk/>
            <pc:sldMk cId="1206957572" sldId="260"/>
            <ac:spMk id="86" creationId="{40FE3BF7-2747-542A-1AB5-A5317AB57FE1}"/>
          </ac:spMkLst>
        </pc:spChg>
        <pc:grpChg chg="mod ord">
          <ac:chgData name="Andres Flores" userId="cbb745aa252d2737" providerId="LiveId" clId="{5B02DD72-2521-4955-B22A-9213A9536617}" dt="2026-05-21T00:46:49.651" v="420" actId="164"/>
          <ac:grpSpMkLst>
            <pc:docMk/>
            <pc:sldMk cId="1206957572" sldId="260"/>
            <ac:grpSpMk id="53" creationId="{38AE04B9-CC7F-54AE-4E15-47DE21D8C720}"/>
          </ac:grpSpMkLst>
        </pc:grpChg>
        <pc:grpChg chg="add mod">
          <ac:chgData name="Andres Flores" userId="cbb745aa252d2737" providerId="LiveId" clId="{5B02DD72-2521-4955-B22A-9213A9536617}" dt="2026-05-21T00:46:49.651" v="420" actId="164"/>
          <ac:grpSpMkLst>
            <pc:docMk/>
            <pc:sldMk cId="1206957572" sldId="260"/>
            <ac:grpSpMk id="133" creationId="{6EB8C795-D0EF-0001-3589-A8029F13F7F6}"/>
          </ac:grpSpMkLst>
        </pc:grpChg>
        <pc:cxnChg chg="mod topLvl">
          <ac:chgData name="Andres Flores" userId="cbb745aa252d2737" providerId="LiveId" clId="{5B02DD72-2521-4955-B22A-9213A9536617}" dt="2026-05-21T00:46:49.651" v="420" actId="164"/>
          <ac:cxnSpMkLst>
            <pc:docMk/>
            <pc:sldMk cId="1206957572" sldId="260"/>
            <ac:cxnSpMk id="4" creationId="{E63DE357-B0FD-3AF4-7A1C-0DDBBCA4516F}"/>
          </ac:cxnSpMkLst>
        </pc:cxnChg>
        <pc:cxnChg chg="mod ord topLvl">
          <ac:chgData name="Andres Flores" userId="cbb745aa252d2737" providerId="LiveId" clId="{5B02DD72-2521-4955-B22A-9213A9536617}" dt="2026-05-21T00:46:49.651" v="420" actId="164"/>
          <ac:cxnSpMkLst>
            <pc:docMk/>
            <pc:sldMk cId="1206957572" sldId="260"/>
            <ac:cxnSpMk id="5" creationId="{92A9634A-3D0A-1FDD-7768-01EC2F0A4E69}"/>
          </ac:cxnSpMkLst>
        </pc:cxnChg>
        <pc:cxnChg chg="mod topLvl">
          <ac:chgData name="Andres Flores" userId="cbb745aa252d2737" providerId="LiveId" clId="{5B02DD72-2521-4955-B22A-9213A9536617}" dt="2026-05-21T00:46:49.651" v="420" actId="164"/>
          <ac:cxnSpMkLst>
            <pc:docMk/>
            <pc:sldMk cId="1206957572" sldId="260"/>
            <ac:cxnSpMk id="7" creationId="{183D773A-1D61-096A-EB87-1B1434E7AB86}"/>
          </ac:cxnSpMkLst>
        </pc:cxnChg>
        <pc:cxnChg chg="mod ord topLvl">
          <ac:chgData name="Andres Flores" userId="cbb745aa252d2737" providerId="LiveId" clId="{5B02DD72-2521-4955-B22A-9213A9536617}" dt="2026-05-21T00:46:49.651" v="420" actId="164"/>
          <ac:cxnSpMkLst>
            <pc:docMk/>
            <pc:sldMk cId="1206957572" sldId="260"/>
            <ac:cxnSpMk id="9" creationId="{411864BA-36AD-4749-6967-A207D64AE2CA}"/>
          </ac:cxnSpMkLst>
        </pc:cxnChg>
      </pc:sldChg>
      <pc:sldChg chg="addSp delSp modSp add mod">
        <pc:chgData name="Andres Flores" userId="cbb745aa252d2737" providerId="LiveId" clId="{5B02DD72-2521-4955-B22A-9213A9536617}" dt="2026-05-21T00:30:32.358" v="283" actId="1076"/>
        <pc:sldMkLst>
          <pc:docMk/>
          <pc:sldMk cId="3013337208" sldId="318"/>
        </pc:sldMkLst>
        <pc:spChg chg="mod topLvl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77" creationId="{B038AC28-35A3-056D-9182-1CD84625D563}"/>
          </ac:spMkLst>
        </pc:spChg>
        <pc:spChg chg="mod topLvl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78" creationId="{577EAAC3-E2F0-FBC0-45F2-BAA769F1D82A}"/>
          </ac:spMkLst>
        </pc:spChg>
        <pc:spChg chg="mod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80" creationId="{214332EF-F46A-9B53-84C7-943E4081FC9A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81" creationId="{9E297E2D-522D-8D0C-C9D9-4A901F2D292F}"/>
          </ac:spMkLst>
        </pc:spChg>
        <pc:spChg chg="mod topLvl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82" creationId="{66F3C144-4994-72FB-A15F-5D305921AB7F}"/>
          </ac:spMkLst>
        </pc:spChg>
        <pc:spChg chg="mod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85" creationId="{DB947A5D-A127-C2AB-D97A-CAAF383AFB7B}"/>
          </ac:spMkLst>
        </pc:spChg>
        <pc:spChg chg="mod">
          <ac:chgData name="Andres Flores" userId="cbb745aa252d2737" providerId="LiveId" clId="{5B02DD72-2521-4955-B22A-9213A9536617}" dt="2026-05-21T00:28:28.917" v="257" actId="164"/>
          <ac:spMkLst>
            <pc:docMk/>
            <pc:sldMk cId="3013337208" sldId="318"/>
            <ac:spMk id="86" creationId="{72C414D3-E30C-45CC-697C-15DBB75E31F5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90" creationId="{11F72FBD-211B-A613-15E2-699035A90677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91" creationId="{D1583C7F-539F-A195-AC1E-FDFCAF22EBE4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96" creationId="{CA469B59-E4DB-67C4-479B-7F004BD27C4E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100" creationId="{B7E0B212-B691-127B-D78F-8C6D041CAFF8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102" creationId="{5CA00AD3-8C59-682D-48B3-A0FCA916530F}"/>
          </ac:spMkLst>
        </pc:spChg>
        <pc:spChg chg="mod topLvl">
          <ac:chgData name="Andres Flores" userId="cbb745aa252d2737" providerId="LiveId" clId="{5B02DD72-2521-4955-B22A-9213A9536617}" dt="2026-05-21T00:27:59.965" v="254" actId="165"/>
          <ac:spMkLst>
            <pc:docMk/>
            <pc:sldMk cId="3013337208" sldId="318"/>
            <ac:spMk id="106" creationId="{30943EE0-2C2C-1888-9D2A-67FE5F1624C3}"/>
          </ac:spMkLst>
        </pc:spChg>
        <pc:grpChg chg="add mod">
          <ac:chgData name="Andres Flores" userId="cbb745aa252d2737" providerId="LiveId" clId="{5B02DD72-2521-4955-B22A-9213A9536617}" dt="2026-05-21T00:30:32.358" v="283" actId="1076"/>
          <ac:grpSpMkLst>
            <pc:docMk/>
            <pc:sldMk cId="3013337208" sldId="318"/>
            <ac:grpSpMk id="2" creationId="{B0C46A62-5905-F524-0CF7-4A67FB63A0F4}"/>
          </ac:grpSpMkLst>
        </pc:grpChg>
        <pc:cxnChg chg="mod">
          <ac:chgData name="Andres Flores" userId="cbb745aa252d2737" providerId="LiveId" clId="{5B02DD72-2521-4955-B22A-9213A9536617}" dt="2026-05-21T00:30:32.358" v="283" actId="1076"/>
          <ac:cxnSpMkLst>
            <pc:docMk/>
            <pc:sldMk cId="3013337208" sldId="318"/>
            <ac:cxnSpMk id="79" creationId="{0FE46862-9A5D-132D-E5AB-FDB2A8849629}"/>
          </ac:cxnSpMkLst>
        </pc:cxnChg>
        <pc:cxnChg chg="mod">
          <ac:chgData name="Andres Flores" userId="cbb745aa252d2737" providerId="LiveId" clId="{5B02DD72-2521-4955-B22A-9213A9536617}" dt="2026-05-21T00:30:32.358" v="283" actId="1076"/>
          <ac:cxnSpMkLst>
            <pc:docMk/>
            <pc:sldMk cId="3013337208" sldId="318"/>
            <ac:cxnSpMk id="83" creationId="{927BE174-7932-91AB-FCAC-66F7126BDC9D}"/>
          </ac:cxnSpMkLst>
        </pc:cxnChg>
      </pc:sldChg>
      <pc:sldChg chg="addSp delSp modSp add mod">
        <pc:chgData name="Andres Flores" userId="cbb745aa252d2737" providerId="LiveId" clId="{5B02DD72-2521-4955-B22A-9213A9536617}" dt="2026-05-21T00:44:52.276" v="384" actId="21"/>
        <pc:sldMkLst>
          <pc:docMk/>
          <pc:sldMk cId="589580741" sldId="319"/>
        </pc:sldMkLst>
        <pc:grpChg chg="mod">
          <ac:chgData name="Andres Flores" userId="cbb745aa252d2737" providerId="LiveId" clId="{5B02DD72-2521-4955-B22A-9213A9536617}" dt="2026-05-21T00:30:30.444" v="281" actId="1076"/>
          <ac:grpSpMkLst>
            <pc:docMk/>
            <pc:sldMk cId="589580741" sldId="319"/>
            <ac:grpSpMk id="75" creationId="{9ED5B68F-89FF-00AA-9EDC-AEB43047427A}"/>
          </ac:grpSpMkLst>
        </pc:grpChg>
      </pc:sldChg>
      <pc:sldChg chg="modSp add mod">
        <pc:chgData name="Andres Flores" userId="cbb745aa252d2737" providerId="LiveId" clId="{5B02DD72-2521-4955-B22A-9213A9536617}" dt="2026-05-21T01:26:22.099" v="424" actId="1076"/>
        <pc:sldMkLst>
          <pc:docMk/>
          <pc:sldMk cId="1788073251" sldId="320"/>
        </pc:sldMkLst>
        <pc:spChg chg="mod">
          <ac:chgData name="Andres Flores" userId="cbb745aa252d2737" providerId="LiveId" clId="{5B02DD72-2521-4955-B22A-9213A9536617}" dt="2026-05-21T01:26:22.099" v="424" actId="1076"/>
          <ac:spMkLst>
            <pc:docMk/>
            <pc:sldMk cId="1788073251" sldId="320"/>
            <ac:spMk id="26" creationId="{3418DEF3-99DB-403E-4FA2-DAC8F2F4F1A1}"/>
          </ac:spMkLst>
        </pc:spChg>
        <pc:spChg chg="mod">
          <ac:chgData name="Andres Flores" userId="cbb745aa252d2737" providerId="LiveId" clId="{5B02DD72-2521-4955-B22A-9213A9536617}" dt="2026-05-21T01:26:22.099" v="424" actId="1076"/>
          <ac:spMkLst>
            <pc:docMk/>
            <pc:sldMk cId="1788073251" sldId="320"/>
            <ac:spMk id="27" creationId="{A7086245-8159-1547-A715-967EABE91691}"/>
          </ac:spMkLst>
        </pc:spChg>
        <pc:spChg chg="mod">
          <ac:chgData name="Andres Flores" userId="cbb745aa252d2737" providerId="LiveId" clId="{5B02DD72-2521-4955-B22A-9213A9536617}" dt="2026-05-21T01:26:22.099" v="424" actId="1076"/>
          <ac:spMkLst>
            <pc:docMk/>
            <pc:sldMk cId="1788073251" sldId="320"/>
            <ac:spMk id="28" creationId="{13E8E8A1-9DD4-FFA1-FC99-5D52748D05F0}"/>
          </ac:spMkLst>
        </pc:spChg>
        <pc:spChg chg="mod">
          <ac:chgData name="Andres Flores" userId="cbb745aa252d2737" providerId="LiveId" clId="{5B02DD72-2521-4955-B22A-9213A9536617}" dt="2026-05-21T01:26:22.099" v="424" actId="1076"/>
          <ac:spMkLst>
            <pc:docMk/>
            <pc:sldMk cId="1788073251" sldId="320"/>
            <ac:spMk id="29" creationId="{C0419225-C1E9-FA8E-B775-641A02E8C82E}"/>
          </ac:spMkLst>
        </pc:spChg>
        <pc:grpChg chg="mod">
          <ac:chgData name="Andres Flores" userId="cbb745aa252d2737" providerId="LiveId" clId="{5B02DD72-2521-4955-B22A-9213A9536617}" dt="2026-05-21T01:26:22.099" v="424" actId="1076"/>
          <ac:grpSpMkLst>
            <pc:docMk/>
            <pc:sldMk cId="1788073251" sldId="320"/>
            <ac:grpSpMk id="8" creationId="{FDE2BC69-CFE5-B930-7B77-5E685489A2E3}"/>
          </ac:grpSpMkLst>
        </pc:grpChg>
        <pc:graphicFrameChg chg="mod">
          <ac:chgData name="Andres Flores" userId="cbb745aa252d2737" providerId="LiveId" clId="{5B02DD72-2521-4955-B22A-9213A9536617}" dt="2026-05-21T01:26:22.099" v="424" actId="1076"/>
          <ac:graphicFrameMkLst>
            <pc:docMk/>
            <pc:sldMk cId="1788073251" sldId="320"/>
            <ac:graphicFrameMk id="22" creationId="{9D7751E3-87D2-70B5-009A-029D375A1C33}"/>
          </ac:graphicFrameMkLst>
        </pc:graphicFrameChg>
        <pc:graphicFrameChg chg="mod">
          <ac:chgData name="Andres Flores" userId="cbb745aa252d2737" providerId="LiveId" clId="{5B02DD72-2521-4955-B22A-9213A9536617}" dt="2026-05-21T01:26:22.099" v="424" actId="1076"/>
          <ac:graphicFrameMkLst>
            <pc:docMk/>
            <pc:sldMk cId="1788073251" sldId="320"/>
            <ac:graphicFrameMk id="23" creationId="{8C19CB67-08B3-8293-AB77-A4CE70337074}"/>
          </ac:graphicFrameMkLst>
        </pc:graphicFrameChg>
        <pc:graphicFrameChg chg="mod">
          <ac:chgData name="Andres Flores" userId="cbb745aa252d2737" providerId="LiveId" clId="{5B02DD72-2521-4955-B22A-9213A9536617}" dt="2026-05-21T01:26:22.099" v="424" actId="1076"/>
          <ac:graphicFrameMkLst>
            <pc:docMk/>
            <pc:sldMk cId="1788073251" sldId="320"/>
            <ac:graphicFrameMk id="24" creationId="{4CEC5E5E-8B99-678B-D748-4E6D6E57E47F}"/>
          </ac:graphicFrameMkLst>
        </pc:graphicFrameChg>
        <pc:graphicFrameChg chg="mod">
          <ac:chgData name="Andres Flores" userId="cbb745aa252d2737" providerId="LiveId" clId="{5B02DD72-2521-4955-B22A-9213A9536617}" dt="2026-05-21T01:26:22.099" v="424" actId="1076"/>
          <ac:graphicFrameMkLst>
            <pc:docMk/>
            <pc:sldMk cId="1788073251" sldId="320"/>
            <ac:graphicFrameMk id="25" creationId="{FD1BA3B2-4057-AA3F-B65A-86E3C4E7E5C7}"/>
          </ac:graphicFrameMkLst>
        </pc:graphicFrameChg>
        <pc:picChg chg="mod">
          <ac:chgData name="Andres Flores" userId="cbb745aa252d2737" providerId="LiveId" clId="{5B02DD72-2521-4955-B22A-9213A9536617}" dt="2026-05-21T01:26:22.099" v="424" actId="1076"/>
          <ac:picMkLst>
            <pc:docMk/>
            <pc:sldMk cId="1788073251" sldId="320"/>
            <ac:picMk id="15" creationId="{FF0BDDC2-278A-9C38-9572-FC6F3B186F73}"/>
          </ac:picMkLst>
        </pc:picChg>
      </pc:sldChg>
      <pc:sldChg chg="addSp delSp modSp add mod">
        <pc:chgData name="Andres Flores" userId="cbb745aa252d2737" providerId="LiveId" clId="{5B02DD72-2521-4955-B22A-9213A9536617}" dt="2026-05-21T01:30:11.991" v="437" actId="21"/>
        <pc:sldMkLst>
          <pc:docMk/>
          <pc:sldMk cId="1641701702" sldId="321"/>
        </pc:sldMkLst>
        <pc:spChg chg="mod">
          <ac:chgData name="Andres Flores" userId="cbb745aa252d2737" providerId="LiveId" clId="{5B02DD72-2521-4955-B22A-9213A9536617}" dt="2026-05-21T01:27:25.172" v="427" actId="1076"/>
          <ac:spMkLst>
            <pc:docMk/>
            <pc:sldMk cId="1641701702" sldId="321"/>
            <ac:spMk id="26" creationId="{C50DF945-E3DE-4DBD-266C-91CFCF24E525}"/>
          </ac:spMkLst>
        </pc:spChg>
        <pc:spChg chg="mod">
          <ac:chgData name="Andres Flores" userId="cbb745aa252d2737" providerId="LiveId" clId="{5B02DD72-2521-4955-B22A-9213A9536617}" dt="2026-05-21T01:27:55.885" v="433" actId="1076"/>
          <ac:spMkLst>
            <pc:docMk/>
            <pc:sldMk cId="1641701702" sldId="321"/>
            <ac:spMk id="27" creationId="{05ED3572-5E7D-459E-EB94-1550C1C79E40}"/>
          </ac:spMkLst>
        </pc:spChg>
        <pc:spChg chg="mod">
          <ac:chgData name="Andres Flores" userId="cbb745aa252d2737" providerId="LiveId" clId="{5B02DD72-2521-4955-B22A-9213A9536617}" dt="2026-05-21T01:27:59.203" v="434" actId="1076"/>
          <ac:spMkLst>
            <pc:docMk/>
            <pc:sldMk cId="1641701702" sldId="321"/>
            <ac:spMk id="28" creationId="{7EDE742E-7CF2-152B-808D-833537097949}"/>
          </ac:spMkLst>
        </pc:spChg>
        <pc:spChg chg="mod">
          <ac:chgData name="Andres Flores" userId="cbb745aa252d2737" providerId="LiveId" clId="{5B02DD72-2521-4955-B22A-9213A9536617}" dt="2026-05-21T01:27:25.172" v="427" actId="1076"/>
          <ac:spMkLst>
            <pc:docMk/>
            <pc:sldMk cId="1641701702" sldId="321"/>
            <ac:spMk id="29" creationId="{C0B40F25-A30A-A834-E4A3-CCA72A96C135}"/>
          </ac:spMkLst>
        </pc:spChg>
        <pc:picChg chg="mod">
          <ac:chgData name="Andres Flores" userId="cbb745aa252d2737" providerId="LiveId" clId="{5B02DD72-2521-4955-B22A-9213A9536617}" dt="2026-05-21T01:27:37.729" v="429" actId="1076"/>
          <ac:picMkLst>
            <pc:docMk/>
            <pc:sldMk cId="1641701702" sldId="321"/>
            <ac:picMk id="15" creationId="{14E7B389-3AE9-D7C5-424F-15C0B5FDE9B7}"/>
          </ac:picMkLst>
        </pc:picChg>
        <pc:cxnChg chg="mod topLvl">
          <ac:chgData name="Andres Flores" userId="cbb745aa252d2737" providerId="LiveId" clId="{5B02DD72-2521-4955-B22A-9213A9536617}" dt="2026-05-21T01:27:25.172" v="427" actId="1076"/>
          <ac:cxnSpMkLst>
            <pc:docMk/>
            <pc:sldMk cId="1641701702" sldId="321"/>
            <ac:cxnSpMk id="4" creationId="{4B01A29E-3556-4310-EE8B-F0219A0FF7CC}"/>
          </ac:cxnSpMkLst>
        </pc:cxnChg>
        <pc:cxnChg chg="mod topLvl">
          <ac:chgData name="Andres Flores" userId="cbb745aa252d2737" providerId="LiveId" clId="{5B02DD72-2521-4955-B22A-9213A9536617}" dt="2026-05-21T01:27:03.752" v="426" actId="165"/>
          <ac:cxnSpMkLst>
            <pc:docMk/>
            <pc:sldMk cId="1641701702" sldId="321"/>
            <ac:cxnSpMk id="5" creationId="{E43412E0-A2A9-373F-6B99-C37EA8ED267B}"/>
          </ac:cxnSpMkLst>
        </pc:cxnChg>
        <pc:cxnChg chg="mod topLvl">
          <ac:chgData name="Andres Flores" userId="cbb745aa252d2737" providerId="LiveId" clId="{5B02DD72-2521-4955-B22A-9213A9536617}" dt="2026-05-21T01:27:25.172" v="427" actId="1076"/>
          <ac:cxnSpMkLst>
            <pc:docMk/>
            <pc:sldMk cId="1641701702" sldId="321"/>
            <ac:cxnSpMk id="7" creationId="{79023D03-9005-01FF-674D-B6F759817C27}"/>
          </ac:cxnSpMkLst>
        </pc:cxnChg>
        <pc:cxnChg chg="mod topLvl">
          <ac:chgData name="Andres Flores" userId="cbb745aa252d2737" providerId="LiveId" clId="{5B02DD72-2521-4955-B22A-9213A9536617}" dt="2026-05-21T01:27:03.752" v="426" actId="165"/>
          <ac:cxnSpMkLst>
            <pc:docMk/>
            <pc:sldMk cId="1641701702" sldId="321"/>
            <ac:cxnSpMk id="9" creationId="{F5D0818F-29BD-D9A1-B292-6C93FF9B054C}"/>
          </ac:cxnSpMkLst>
        </pc:cxnChg>
      </pc:sldChg>
      <pc:sldChg chg="addSp delSp modSp add mod">
        <pc:chgData name="Andres Flores" userId="cbb745aa252d2737" providerId="LiveId" clId="{5B02DD72-2521-4955-B22A-9213A9536617}" dt="2026-05-21T01:32:57.285" v="445" actId="21"/>
        <pc:sldMkLst>
          <pc:docMk/>
          <pc:sldMk cId="81038977" sldId="322"/>
        </pc:sldMkLst>
        <pc:spChg chg="mod">
          <ac:chgData name="Andres Flores" userId="cbb745aa252d2737" providerId="LiveId" clId="{5B02DD72-2521-4955-B22A-9213A9536617}" dt="2026-05-21T01:32:26.771" v="439" actId="20577"/>
          <ac:spMkLst>
            <pc:docMk/>
            <pc:sldMk cId="81038977" sldId="322"/>
            <ac:spMk id="26" creationId="{449C8784-166B-D6AA-A0BD-86C4BA4C27AF}"/>
          </ac:spMkLst>
        </pc:spChg>
        <pc:spChg chg="mod">
          <ac:chgData name="Andres Flores" userId="cbb745aa252d2737" providerId="LiveId" clId="{5B02DD72-2521-4955-B22A-9213A9536617}" dt="2026-05-21T01:32:29.189" v="440" actId="20577"/>
          <ac:spMkLst>
            <pc:docMk/>
            <pc:sldMk cId="81038977" sldId="322"/>
            <ac:spMk id="27" creationId="{565ECB28-0D6C-DD0D-1E11-43CCB800A80B}"/>
          </ac:spMkLst>
        </pc:spChg>
        <pc:spChg chg="mod">
          <ac:chgData name="Andres Flores" userId="cbb745aa252d2737" providerId="LiveId" clId="{5B02DD72-2521-4955-B22A-9213A9536617}" dt="2026-05-21T01:32:47.079" v="441" actId="20577"/>
          <ac:spMkLst>
            <pc:docMk/>
            <pc:sldMk cId="81038977" sldId="322"/>
            <ac:spMk id="28" creationId="{D5089B4B-741C-ADB3-31C6-BCE2FC8D0A37}"/>
          </ac:spMkLst>
        </pc:spChg>
        <pc:spChg chg="mod">
          <ac:chgData name="Andres Flores" userId="cbb745aa252d2737" providerId="LiveId" clId="{5B02DD72-2521-4955-B22A-9213A9536617}" dt="2026-05-21T01:32:49.601" v="442" actId="20577"/>
          <ac:spMkLst>
            <pc:docMk/>
            <pc:sldMk cId="81038977" sldId="322"/>
            <ac:spMk id="29" creationId="{6C16D006-6E1E-F1FD-AD95-D2C17253BFFA}"/>
          </ac:spMkLst>
        </pc:spChg>
      </pc:sldChg>
      <pc:sldChg chg="addSp delSp modSp new mod">
        <pc:chgData name="Andres Flores" userId="cbb745aa252d2737" providerId="LiveId" clId="{5B02DD72-2521-4955-B22A-9213A9536617}" dt="2026-05-25T18:35:50.566" v="522" actId="1076"/>
        <pc:sldMkLst>
          <pc:docMk/>
          <pc:sldMk cId="3407102398" sldId="323"/>
        </pc:sldMkLst>
        <pc:spChg chg="add mod">
          <ac:chgData name="Andres Flores" userId="cbb745aa252d2737" providerId="LiveId" clId="{5B02DD72-2521-4955-B22A-9213A9536617}" dt="2026-05-25T18:35:46.249" v="521" actId="1076"/>
          <ac:spMkLst>
            <pc:docMk/>
            <pc:sldMk cId="3407102398" sldId="323"/>
            <ac:spMk id="2" creationId="{6940A88D-0999-30E9-12B0-246B3D1A78ED}"/>
          </ac:spMkLst>
        </pc:spChg>
        <pc:spChg chg="add mod">
          <ac:chgData name="Andres Flores" userId="cbb745aa252d2737" providerId="LiveId" clId="{5B02DD72-2521-4955-B22A-9213A9536617}" dt="2026-05-25T18:35:46.249" v="521" actId="1076"/>
          <ac:spMkLst>
            <pc:docMk/>
            <pc:sldMk cId="3407102398" sldId="323"/>
            <ac:spMk id="4" creationId="{842B948F-3340-F990-2120-9552060ED960}"/>
          </ac:spMkLst>
        </pc:spChg>
        <pc:spChg chg="add mod">
          <ac:chgData name="Andres Flores" userId="cbb745aa252d2737" providerId="LiveId" clId="{5B02DD72-2521-4955-B22A-9213A9536617}" dt="2026-05-25T18:20:20.918" v="485" actId="571"/>
          <ac:spMkLst>
            <pc:docMk/>
            <pc:sldMk cId="3407102398" sldId="323"/>
            <ac:spMk id="7" creationId="{34CD9644-F0A9-C324-B4BB-D251C0688CA7}"/>
          </ac:spMkLst>
        </pc:spChg>
        <pc:spChg chg="add del mod ord">
          <ac:chgData name="Andres Flores" userId="cbb745aa252d2737" providerId="LiveId" clId="{5B02DD72-2521-4955-B22A-9213A9536617}" dt="2026-05-25T18:16:55.875" v="464" actId="478"/>
          <ac:spMkLst>
            <pc:docMk/>
            <pc:sldMk cId="3407102398" sldId="323"/>
            <ac:spMk id="7" creationId="{84F73C3E-A2AD-A709-FF8D-BB2D8CA2CF65}"/>
          </ac:spMkLst>
        </pc:spChg>
        <pc:spChg chg="mod">
          <ac:chgData name="Andres Flores" userId="cbb745aa252d2737" providerId="LiveId" clId="{5B02DD72-2521-4955-B22A-9213A9536617}" dt="2026-05-25T18:23:38.112" v="501"/>
          <ac:spMkLst>
            <pc:docMk/>
            <pc:sldMk cId="3407102398" sldId="323"/>
            <ac:spMk id="10" creationId="{AE1B767C-29CB-FB8B-5733-4F6B771E0AAE}"/>
          </ac:spMkLst>
        </pc:spChg>
        <pc:spChg chg="mod">
          <ac:chgData name="Andres Flores" userId="cbb745aa252d2737" providerId="LiveId" clId="{5B02DD72-2521-4955-B22A-9213A9536617}" dt="2026-05-25T18:23:38.112" v="501"/>
          <ac:spMkLst>
            <pc:docMk/>
            <pc:sldMk cId="3407102398" sldId="323"/>
            <ac:spMk id="13" creationId="{029A0779-D47A-6069-12AA-C5FABAA840A4}"/>
          </ac:spMkLst>
        </pc:spChg>
        <pc:grpChg chg="add mod">
          <ac:chgData name="Andres Flores" userId="cbb745aa252d2737" providerId="LiveId" clId="{5B02DD72-2521-4955-B22A-9213A9536617}" dt="2026-05-25T18:35:46.249" v="521" actId="1076"/>
          <ac:grpSpMkLst>
            <pc:docMk/>
            <pc:sldMk cId="3407102398" sldId="323"/>
            <ac:grpSpMk id="5" creationId="{9669E36D-7FCB-45A9-D8DA-38C48D129AF1}"/>
          </ac:grpSpMkLst>
        </pc:grpChg>
        <pc:grpChg chg="add mod">
          <ac:chgData name="Andres Flores" userId="cbb745aa252d2737" providerId="LiveId" clId="{5B02DD72-2521-4955-B22A-9213A9536617}" dt="2026-05-25T18:35:46.249" v="521" actId="1076"/>
          <ac:grpSpMkLst>
            <pc:docMk/>
            <pc:sldMk cId="3407102398" sldId="323"/>
            <ac:grpSpMk id="6" creationId="{8C42D3DA-4595-0225-F15C-EADDC36D6551}"/>
          </ac:grpSpMkLst>
        </pc:grpChg>
        <pc:grpChg chg="add mod">
          <ac:chgData name="Andres Flores" userId="cbb745aa252d2737" providerId="LiveId" clId="{5B02DD72-2521-4955-B22A-9213A9536617}" dt="2026-05-25T18:23:38.112" v="501"/>
          <ac:grpSpMkLst>
            <pc:docMk/>
            <pc:sldMk cId="3407102398" sldId="323"/>
            <ac:grpSpMk id="9" creationId="{FB3415F9-D249-7570-D227-05346F9863A9}"/>
          </ac:grpSpMkLst>
        </pc:grpChg>
        <pc:grpChg chg="mod">
          <ac:chgData name="Andres Flores" userId="cbb745aa252d2737" providerId="LiveId" clId="{5B02DD72-2521-4955-B22A-9213A9536617}" dt="2026-05-25T18:23:38.112" v="501"/>
          <ac:grpSpMkLst>
            <pc:docMk/>
            <pc:sldMk cId="3407102398" sldId="323"/>
            <ac:grpSpMk id="11" creationId="{AB19910A-C86F-134A-F9A9-3A435E5348D0}"/>
          </ac:grpSpMkLst>
        </pc:grpChg>
        <pc:picChg chg="add mod">
          <ac:chgData name="Andres Flores" userId="cbb745aa252d2737" providerId="LiveId" clId="{5B02DD72-2521-4955-B22A-9213A9536617}" dt="2026-05-25T18:35:46.249" v="521" actId="1076"/>
          <ac:picMkLst>
            <pc:docMk/>
            <pc:sldMk cId="3407102398" sldId="323"/>
            <ac:picMk id="3" creationId="{8D68BD1A-80E1-38D0-07FA-4978093F9613}"/>
          </ac:picMkLst>
        </pc:picChg>
        <pc:picChg chg="add mod">
          <ac:chgData name="Andres Flores" userId="cbb745aa252d2737" providerId="LiveId" clId="{5B02DD72-2521-4955-B22A-9213A9536617}" dt="2026-05-25T18:20:54.819" v="492" actId="571"/>
          <ac:picMkLst>
            <pc:docMk/>
            <pc:sldMk cId="3407102398" sldId="323"/>
            <ac:picMk id="8" creationId="{B1F39FFE-E292-2F1D-840D-EE39AA3F899C}"/>
          </ac:picMkLst>
        </pc:picChg>
        <pc:picChg chg="mod">
          <ac:chgData name="Andres Flores" userId="cbb745aa252d2737" providerId="LiveId" clId="{5B02DD72-2521-4955-B22A-9213A9536617}" dt="2026-05-25T18:23:38.112" v="501"/>
          <ac:picMkLst>
            <pc:docMk/>
            <pc:sldMk cId="3407102398" sldId="323"/>
            <ac:picMk id="12" creationId="{673F145F-2AE3-E3A5-24A1-558C254E1CCA}"/>
          </ac:picMkLst>
        </pc:picChg>
        <pc:picChg chg="add del mod modCrop">
          <ac:chgData name="Andres Flores" userId="cbb745aa252d2737" providerId="LiveId" clId="{5B02DD72-2521-4955-B22A-9213A9536617}" dt="2026-05-25T18:24:26.398" v="515" actId="478"/>
          <ac:picMkLst>
            <pc:docMk/>
            <pc:sldMk cId="3407102398" sldId="323"/>
            <ac:picMk id="15" creationId="{C6ED0D20-2948-595C-5A0A-4ABAB620BC2D}"/>
          </ac:picMkLst>
        </pc:picChg>
        <pc:picChg chg="add mod">
          <ac:chgData name="Andres Flores" userId="cbb745aa252d2737" providerId="LiveId" clId="{5B02DD72-2521-4955-B22A-9213A9536617}" dt="2026-05-25T18:24:21.927" v="513"/>
          <ac:picMkLst>
            <pc:docMk/>
            <pc:sldMk cId="3407102398" sldId="323"/>
            <ac:picMk id="16" creationId="{FE85E4DC-A8DD-2E3F-C247-6C1ABB6CDFE8}"/>
          </ac:picMkLst>
        </pc:picChg>
        <pc:picChg chg="add mod">
          <ac:chgData name="Andres Flores" userId="cbb745aa252d2737" providerId="LiveId" clId="{5B02DD72-2521-4955-B22A-9213A9536617}" dt="2026-05-25T18:35:50.566" v="522" actId="1076"/>
          <ac:picMkLst>
            <pc:docMk/>
            <pc:sldMk cId="3407102398" sldId="323"/>
            <ac:picMk id="18" creationId="{1983ED0F-B59A-7F63-6DE6-CC02EEE5F4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3A26-3DE1-ECDE-A1BB-4D0B7D05C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5CEA3-05E1-A270-163E-90295ADE3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979CC-B75F-1488-6793-FCC09263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6901-759B-9921-6B9F-7E961771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C73EE-0A6A-8F06-2F50-839CFD13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0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77A5-8B9E-E455-48C6-FF8E950E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0BADB-63B9-4F9A-170B-1223D609A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7EE0-0E97-DE91-52B4-77661A46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6569F-DD5A-6BFF-3F75-17638748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BFEC4-15C7-CA18-2C3D-E3A2D56A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8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F345-D5AC-A2E6-5647-251D4BE8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79A24-18FA-FF0C-7117-C5093472C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C6FE6-8D25-9F79-EBA6-E161AE48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45319-5EEA-65E8-FF8E-2E7B928B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507B-311C-831A-4300-FC7B3240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9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64D3-69AF-AD31-F218-B4D3B8B7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67D76-E30D-2BE2-87FA-262DC922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AE740-87B6-46CD-4B82-7DE7AB852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90EAD-E469-AC73-993C-730C511D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D2DE3-0D10-8A7B-FDC1-C20EFD46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D8588-AD0A-A11A-FD84-855F4ACA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0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A755-1DFF-0358-E7DA-A2FF511D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BD846-A5D9-94BC-1998-322E9C013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2C11A-B4A5-42EB-D316-8C992D8A4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F86D1-240D-EB6C-D7AB-55FAE1FF6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C4A97C-33F3-8522-08E9-AEC7DD9CC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D8C77-CA02-9C29-945C-7D3E5119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B44CA-F256-9B2E-8465-0A672395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0E097-7A6A-941E-ECB6-837A986A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05DF-73F1-7F20-406D-016A7B9D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73D8A-8A32-3870-B4EA-CC00FBC8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6E692-1FC8-4EA1-FA2F-B8ADB720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55D26-CBD7-6C0D-F75C-177AD8AD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0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C27BB-4258-EEFE-EBF9-74F3D98C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362CA-3429-1058-B622-C3FADFEC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A3DDF-205B-FAAA-A3FF-95BFD0FE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060F-1363-8BDE-4F8E-D37F4E37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DA402-23FA-2BA1-F5DE-EEF32F19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75CB1-3730-F5EA-82FD-904DB0C14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C0CF8-66DB-0C2E-AA1C-21770728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ACD85-84B3-77B1-8D14-045CE511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2EFD2-B2DB-3760-ABCC-01141E80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3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EAD2-9F8C-6911-16D5-680DE539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C17C3-CB03-D07C-6E4C-FD0547301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CC569-3B13-AC5E-AB12-500DE5EB0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C3DF5-AB11-5B77-4C61-84C69E2E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23423-C9FA-11DF-DF78-3A1AF3AE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DB413-ED72-9A6A-8055-2741D199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2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9330-FEFA-F92D-224D-A749F049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33C8-1448-9B4A-CB99-A85049058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A93CD-9B29-BC1F-E15F-E65EF409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3757D-92C0-CF22-D427-A41D492B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98E1C-FEE2-83E3-C75A-5A98805E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4E282-4016-5877-1DE8-6CD9E7E10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B96EC-4C9A-377C-5CFB-E38637C29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A5EB7-8878-18E0-6C73-4BC0B661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2A32A-4361-0D72-5446-BE8E87E2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D9C7C-5777-29C5-5CC6-C2A7B245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CD581-FD42-791D-87B7-66A83BA7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818F0-BA15-BFCE-257F-56CA87034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A13D0-3528-ADE3-14F7-D3E999FDB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77BB1-F4B4-4DC2-861E-EBA5C016E996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73E1F-AA53-07B1-3591-35DD9DE16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D90E-2BA0-6FA4-724D-DA8DD593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205ED-6A10-40A0-A4AD-7D911B76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11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50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11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50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CDF2D6-DA0C-E903-57DE-B6A184A02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977659"/>
              </p:ext>
            </p:extLst>
          </p:nvPr>
        </p:nvGraphicFramePr>
        <p:xfrm>
          <a:off x="2032000" y="719666"/>
          <a:ext cx="4572000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E28D9FC2-7917-E137-3945-19DE5357A8F6}"/>
              </a:ext>
            </a:extLst>
          </p:cNvPr>
          <p:cNvSpPr/>
          <p:nvPr/>
        </p:nvSpPr>
        <p:spPr>
          <a:xfrm>
            <a:off x="3506589" y="2432687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5F179A3-F5E1-00BE-13D2-C7F2AD540B5C}"/>
              </a:ext>
            </a:extLst>
          </p:cNvPr>
          <p:cNvSpPr/>
          <p:nvPr/>
        </p:nvSpPr>
        <p:spPr>
          <a:xfrm>
            <a:off x="4905468" y="4102430"/>
            <a:ext cx="228600" cy="228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E8D992-9E04-0ED7-4CFB-3862802C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813198"/>
              </p:ext>
            </p:extLst>
          </p:nvPr>
        </p:nvGraphicFramePr>
        <p:xfrm>
          <a:off x="1803400" y="5292972"/>
          <a:ext cx="5029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07306006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8208624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9955847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8969952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589693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9262409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8500536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978835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179587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1307802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533602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7214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41739A-F6B6-6541-BC71-AC091AA08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335548"/>
              </p:ext>
            </p:extLst>
          </p:nvPr>
        </p:nvGraphicFramePr>
        <p:xfrm>
          <a:off x="1574800" y="479310"/>
          <a:ext cx="457200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867359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64651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21716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3579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39880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830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75604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80572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01502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25259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4915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BD9D51-561B-749D-9DA9-1C8E5A5D5A2B}"/>
              </a:ext>
            </a:extLst>
          </p:cNvPr>
          <p:cNvCxnSpPr>
            <a:cxnSpLocks/>
          </p:cNvCxnSpPr>
          <p:nvPr/>
        </p:nvCxnSpPr>
        <p:spPr>
          <a:xfrm rot="1800000" flipV="1">
            <a:off x="2832100" y="2306305"/>
            <a:ext cx="0" cy="3200400"/>
          </a:xfrm>
          <a:prstGeom prst="straightConnector1">
            <a:avLst/>
          </a:prstGeom>
          <a:ln w="635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5C82C3-7526-F26B-DF70-BFE1312CD3F1}"/>
              </a:ext>
            </a:extLst>
          </p:cNvPr>
          <p:cNvCxnSpPr>
            <a:cxnSpLocks/>
          </p:cNvCxnSpPr>
          <p:nvPr/>
        </p:nvCxnSpPr>
        <p:spPr>
          <a:xfrm rot="4200000" flipV="1">
            <a:off x="3535696" y="3144491"/>
            <a:ext cx="0" cy="320040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F3DEFD-BEAD-99DD-80CE-7271591CE2D5}"/>
                  </a:ext>
                </a:extLst>
              </p:cNvPr>
              <p:cNvSpPr txBox="1"/>
              <p:nvPr/>
            </p:nvSpPr>
            <p:spPr>
              <a:xfrm>
                <a:off x="4141754" y="4591266"/>
                <a:ext cx="46519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sz="25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F3DEFD-BEAD-99DD-80CE-7271591CE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754" y="4591266"/>
                <a:ext cx="465191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A9DACB-0395-0809-EB11-691F5F967885}"/>
                  </a:ext>
                </a:extLst>
              </p:cNvPr>
              <p:cNvSpPr txBox="1"/>
              <p:nvPr/>
            </p:nvSpPr>
            <p:spPr>
              <a:xfrm>
                <a:off x="3725700" y="3429000"/>
                <a:ext cx="46519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sz="2500" b="1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A9DACB-0395-0809-EB11-691F5F967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700" y="3429000"/>
                <a:ext cx="465191" cy="477054"/>
              </a:xfrm>
              <a:prstGeom prst="rect">
                <a:avLst/>
              </a:prstGeom>
              <a:blipFill>
                <a:blip r:embed="rId3"/>
                <a:stretch>
                  <a:fillRect l="-5263" r="-3947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 12">
            <a:extLst>
              <a:ext uri="{FF2B5EF4-FFF2-40B4-BE49-F238E27FC236}">
                <a16:creationId xmlns:a16="http://schemas.microsoft.com/office/drawing/2014/main" id="{7137EEA1-AAB7-27C1-4855-FCC0E3E77FF3}"/>
              </a:ext>
            </a:extLst>
          </p:cNvPr>
          <p:cNvSpPr/>
          <p:nvPr/>
        </p:nvSpPr>
        <p:spPr>
          <a:xfrm rot="1800000">
            <a:off x="3150870" y="4602751"/>
            <a:ext cx="914400" cy="914400"/>
          </a:xfrm>
          <a:prstGeom prst="arc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A95BE90-A5A6-381D-40C2-D147CC78104B}"/>
              </a:ext>
            </a:extLst>
          </p:cNvPr>
          <p:cNvSpPr/>
          <p:nvPr/>
        </p:nvSpPr>
        <p:spPr>
          <a:xfrm rot="900000">
            <a:off x="1929684" y="3408556"/>
            <a:ext cx="1912520" cy="1912520"/>
          </a:xfrm>
          <a:prstGeom prst="arc">
            <a:avLst/>
          </a:prstGeom>
          <a:ln w="38100">
            <a:solidFill>
              <a:srgbClr val="00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D67957-9222-657B-9FC1-4249379473A8}"/>
                  </a:ext>
                </a:extLst>
              </p:cNvPr>
              <p:cNvSpPr txBox="1"/>
              <p:nvPr/>
            </p:nvSpPr>
            <p:spPr>
              <a:xfrm>
                <a:off x="2532471" y="3456989"/>
                <a:ext cx="505267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500" b="1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D67957-9222-657B-9FC1-424937947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471" y="3456989"/>
                <a:ext cx="505267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7A5611-47BD-C676-59AE-9A5CE7256F8F}"/>
                  </a:ext>
                </a:extLst>
              </p:cNvPr>
              <p:cNvSpPr txBox="1"/>
              <p:nvPr/>
            </p:nvSpPr>
            <p:spPr>
              <a:xfrm>
                <a:off x="3298039" y="4340477"/>
                <a:ext cx="42191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5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7A5611-47BD-C676-59AE-9A5CE7256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039" y="4340477"/>
                <a:ext cx="42191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B328FB-CC5A-2D31-E92E-5242DB08C45D}"/>
                  </a:ext>
                </a:extLst>
              </p:cNvPr>
              <p:cNvSpPr txBox="1"/>
              <p:nvPr/>
            </p:nvSpPr>
            <p:spPr>
              <a:xfrm>
                <a:off x="5108080" y="3863903"/>
                <a:ext cx="97065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5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5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B328FB-CC5A-2D31-E92E-5242DB08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080" y="3863903"/>
                <a:ext cx="970650" cy="477054"/>
              </a:xfrm>
              <a:prstGeom prst="rect">
                <a:avLst/>
              </a:prstGeom>
              <a:blipFill>
                <a:blip r:embed="rId6"/>
                <a:stretch>
                  <a:fillRect l="-2516" r="-2516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58FD82-AF0C-6045-DAEC-D8A7488E881C}"/>
                  </a:ext>
                </a:extLst>
              </p:cNvPr>
              <p:cNvSpPr txBox="1"/>
              <p:nvPr/>
            </p:nvSpPr>
            <p:spPr>
              <a:xfrm>
                <a:off x="3278781" y="2008456"/>
                <a:ext cx="1164037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500" b="1" i="1" smtClean="0">
                              <a:solidFill>
                                <a:srgbClr val="00FF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500" b="1" i="1" smtClean="0"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500" b="1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58FD82-AF0C-6045-DAEC-D8A7488E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781" y="2008456"/>
                <a:ext cx="1164037" cy="477054"/>
              </a:xfrm>
              <a:prstGeom prst="rect">
                <a:avLst/>
              </a:prstGeom>
              <a:blipFill>
                <a:blip r:embed="rId7"/>
                <a:stretch>
                  <a:fillRect l="-2094" r="-1571" b="-17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Summing Junction 7">
            <a:extLst>
              <a:ext uri="{FF2B5EF4-FFF2-40B4-BE49-F238E27FC236}">
                <a16:creationId xmlns:a16="http://schemas.microsoft.com/office/drawing/2014/main" id="{2118AAB5-BB97-D4C0-9EDB-03900DD6F7F6}"/>
              </a:ext>
            </a:extLst>
          </p:cNvPr>
          <p:cNvSpPr/>
          <p:nvPr/>
        </p:nvSpPr>
        <p:spPr>
          <a:xfrm>
            <a:off x="1919862" y="5170157"/>
            <a:ext cx="228600" cy="2286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6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4BE6-BDDC-1CF3-0A90-BFD01B2F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B8C795-D0EF-0001-3589-A8029F13F7F6}"/>
              </a:ext>
            </a:extLst>
          </p:cNvPr>
          <p:cNvGrpSpPr/>
          <p:nvPr/>
        </p:nvGrpSpPr>
        <p:grpSpPr>
          <a:xfrm>
            <a:off x="83583" y="1069857"/>
            <a:ext cx="10123295" cy="5788143"/>
            <a:chOff x="83583" y="1069857"/>
            <a:chExt cx="10123295" cy="578814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3D773A-1D61-096A-EB87-1B1434E7AB86}"/>
                </a:ext>
              </a:extLst>
            </p:cNvPr>
            <p:cNvCxnSpPr>
              <a:cxnSpLocks/>
              <a:endCxn id="26" idx="2"/>
            </p:cNvCxnSpPr>
            <p:nvPr/>
          </p:nvCxnSpPr>
          <p:spPr>
            <a:xfrm flipH="1" flipV="1">
              <a:off x="1409765" y="1722629"/>
              <a:ext cx="2352" cy="398404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63DE357-B0FD-3AF4-7A1C-0DDBBCA4516F}"/>
                </a:ext>
              </a:extLst>
            </p:cNvPr>
            <p:cNvCxnSpPr>
              <a:cxnSpLocks/>
            </p:cNvCxnSpPr>
            <p:nvPr/>
          </p:nvCxnSpPr>
          <p:spPr>
            <a:xfrm>
              <a:off x="1413214" y="5670152"/>
              <a:ext cx="0" cy="8185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4322549-FDF0-E0D4-142D-754431032538}"/>
                    </a:ext>
                  </a:extLst>
                </p:cNvPr>
                <p:cNvSpPr txBox="1"/>
                <p:nvPr/>
              </p:nvSpPr>
              <p:spPr>
                <a:xfrm>
                  <a:off x="1225259" y="1353297"/>
                  <a:ext cx="3690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4322549-FDF0-E0D4-142D-754431032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259" y="1353297"/>
                  <a:ext cx="369012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3337606-9268-3EBA-39F2-8F830F768DFE}"/>
                    </a:ext>
                  </a:extLst>
                </p:cNvPr>
                <p:cNvSpPr txBox="1"/>
                <p:nvPr/>
              </p:nvSpPr>
              <p:spPr>
                <a:xfrm>
                  <a:off x="83583" y="5466436"/>
                  <a:ext cx="5373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3337606-9268-3EBA-39F2-8F830F768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3" y="5466436"/>
                  <a:ext cx="53732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83BBDA4-B6EE-F0DB-8BD0-6ED8B7C543EE}"/>
                    </a:ext>
                  </a:extLst>
                </p:cNvPr>
                <p:cNvSpPr txBox="1"/>
                <p:nvPr/>
              </p:nvSpPr>
              <p:spPr>
                <a:xfrm>
                  <a:off x="7812271" y="5466436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83BBDA4-B6EE-F0DB-8BD0-6ED8B7C54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271" y="5466436"/>
                  <a:ext cx="36420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464448B-93DD-3451-432B-79FC610E46F3}"/>
                    </a:ext>
                  </a:extLst>
                </p:cNvPr>
                <p:cNvSpPr txBox="1"/>
                <p:nvPr/>
              </p:nvSpPr>
              <p:spPr>
                <a:xfrm>
                  <a:off x="1138697" y="6488668"/>
                  <a:ext cx="5421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464448B-93DD-3451-432B-79FC610E4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697" y="6488668"/>
                  <a:ext cx="54213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2A9634A-3D0A-1FDD-7768-01EC2F0A4E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276" y="5688413"/>
              <a:ext cx="79648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11864BA-36AD-4749-6967-A207D64AE2CA}"/>
                </a:ext>
              </a:extLst>
            </p:cNvPr>
            <p:cNvCxnSpPr>
              <a:cxnSpLocks/>
            </p:cNvCxnSpPr>
            <p:nvPr/>
          </p:nvCxnSpPr>
          <p:spPr>
            <a:xfrm>
              <a:off x="1409765" y="5688412"/>
              <a:ext cx="640073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AE04B9-CC7F-54AE-4E15-47DE21D8C720}"/>
                </a:ext>
              </a:extLst>
            </p:cNvPr>
            <p:cNvGrpSpPr/>
            <p:nvPr/>
          </p:nvGrpSpPr>
          <p:grpSpPr>
            <a:xfrm>
              <a:off x="935320" y="1069857"/>
              <a:ext cx="9271558" cy="4935667"/>
              <a:chOff x="1460221" y="871022"/>
              <a:chExt cx="9271558" cy="493566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A1D90282-E40A-159D-1D07-3D0AD347F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9663" t="6413" r="19915" b="13587"/>
              <a:stretch>
                <a:fillRect/>
              </a:stretch>
            </p:blipFill>
            <p:spPr>
              <a:xfrm>
                <a:off x="7988579" y="871022"/>
                <a:ext cx="2743200" cy="2743200"/>
              </a:xfrm>
              <a:custGeom>
                <a:avLst/>
                <a:gdLst>
                  <a:gd name="connsiteX0" fmla="*/ 2743200 w 5486400"/>
                  <a:gd name="connsiteY0" fmla="*/ 0 h 5486400"/>
                  <a:gd name="connsiteX1" fmla="*/ 5486400 w 5486400"/>
                  <a:gd name="connsiteY1" fmla="*/ 2743200 h 5486400"/>
                  <a:gd name="connsiteX2" fmla="*/ 2743200 w 5486400"/>
                  <a:gd name="connsiteY2" fmla="*/ 5486400 h 5486400"/>
                  <a:gd name="connsiteX3" fmla="*/ 0 w 5486400"/>
                  <a:gd name="connsiteY3" fmla="*/ 2743200 h 5486400"/>
                  <a:gd name="connsiteX4" fmla="*/ 2743200 w 5486400"/>
                  <a:gd name="connsiteY4" fmla="*/ 0 h 548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86400" h="5486400">
                    <a:moveTo>
                      <a:pt x="2743200" y="0"/>
                    </a:moveTo>
                    <a:cubicBezTo>
                      <a:pt x="4258228" y="0"/>
                      <a:pt x="5486400" y="1228172"/>
                      <a:pt x="5486400" y="2743200"/>
                    </a:cubicBezTo>
                    <a:cubicBezTo>
                      <a:pt x="5486400" y="4258228"/>
                      <a:pt x="4258228" y="5486400"/>
                      <a:pt x="2743200" y="5486400"/>
                    </a:cubicBezTo>
                    <a:cubicBezTo>
                      <a:pt x="1228172" y="5486400"/>
                      <a:pt x="0" y="4258228"/>
                      <a:pt x="0" y="2743200"/>
                    </a:cubicBezTo>
                    <a:cubicBezTo>
                      <a:pt x="0" y="1228172"/>
                      <a:pt x="1228172" y="0"/>
                      <a:pt x="2743200" y="0"/>
                    </a:cubicBezTo>
                    <a:close/>
                  </a:path>
                </a:pathLst>
              </a:custGeom>
              <a:ln w="19050">
                <a:solidFill>
                  <a:schemeClr val="tx1"/>
                </a:solidFill>
              </a:ln>
            </p:spPr>
          </p:pic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071C7495-D40C-A0C5-E64F-4068D221E268}"/>
                  </a:ext>
                </a:extLst>
              </p:cNvPr>
              <p:cNvSpPr/>
              <p:nvPr/>
            </p:nvSpPr>
            <p:spPr>
              <a:xfrm>
                <a:off x="1965602" y="3640356"/>
                <a:ext cx="5486400" cy="1828800"/>
              </a:xfrm>
              <a:prstGeom prst="triangle">
                <a:avLst>
                  <a:gd name="adj" fmla="val 100000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85BFDDD7-19F3-A69B-4801-ECE58141643F}"/>
                  </a:ext>
                </a:extLst>
              </p:cNvPr>
              <p:cNvSpPr/>
              <p:nvPr/>
            </p:nvSpPr>
            <p:spPr>
              <a:xfrm rot="20497015">
                <a:off x="1460221" y="2376975"/>
                <a:ext cx="5789387" cy="2220330"/>
              </a:xfrm>
              <a:prstGeom prst="triangle">
                <a:avLst>
                  <a:gd name="adj" fmla="val 10000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7DF4098-8BA5-CB86-D8C4-813C8D924F92}"/>
                  </a:ext>
                </a:extLst>
              </p:cNvPr>
              <p:cNvCxnSpPr>
                <a:cxnSpLocks/>
                <a:stCxn id="56" idx="0"/>
              </p:cNvCxnSpPr>
              <p:nvPr/>
            </p:nvCxnSpPr>
            <p:spPr>
              <a:xfrm flipH="1">
                <a:off x="6739532" y="1520731"/>
                <a:ext cx="12246" cy="3948425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44DA8F5-DB81-C994-21AE-03B35312903B}"/>
                  </a:ext>
                </a:extLst>
              </p:cNvPr>
              <p:cNvSpPr/>
              <p:nvPr/>
            </p:nvSpPr>
            <p:spPr>
              <a:xfrm>
                <a:off x="7360561" y="5374709"/>
                <a:ext cx="91440" cy="914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6B6EA71-059F-D29D-9CFB-9A85DE0150E3}"/>
                  </a:ext>
                </a:extLst>
              </p:cNvPr>
              <p:cNvSpPr/>
              <p:nvPr/>
            </p:nvSpPr>
            <p:spPr>
              <a:xfrm>
                <a:off x="6648092" y="5368409"/>
                <a:ext cx="91440" cy="914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A8CE846-A6E2-7F73-0600-41B2415CDC3E}"/>
                  </a:ext>
                </a:extLst>
              </p:cNvPr>
              <p:cNvSpPr/>
              <p:nvPr/>
            </p:nvSpPr>
            <p:spPr>
              <a:xfrm rot="20531643">
                <a:off x="7348770" y="3554407"/>
                <a:ext cx="91440" cy="914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0DAD2D6-AFE2-5712-5902-AC8EF0D7F1C4}"/>
                  </a:ext>
                </a:extLst>
              </p:cNvPr>
              <p:cNvCxnSpPr>
                <a:cxnSpLocks/>
                <a:stCxn id="56" idx="3"/>
              </p:cNvCxnSpPr>
              <p:nvPr/>
            </p:nvCxnSpPr>
            <p:spPr>
              <a:xfrm flipH="1">
                <a:off x="6739532" y="3627756"/>
                <a:ext cx="712469" cy="126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6D280E9-F677-04E7-EA98-ABB20C7D8367}"/>
                  </a:ext>
                </a:extLst>
              </p:cNvPr>
              <p:cNvSpPr/>
              <p:nvPr/>
            </p:nvSpPr>
            <p:spPr>
              <a:xfrm>
                <a:off x="6751778" y="3542616"/>
                <a:ext cx="91440" cy="914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F193DF44-7732-098D-4A38-7550189958E7}"/>
                      </a:ext>
                    </a:extLst>
                  </p:cNvPr>
                  <p:cNvSpPr txBox="1"/>
                  <p:nvPr/>
                </p:nvSpPr>
                <p:spPr>
                  <a:xfrm>
                    <a:off x="2607285" y="5198457"/>
                    <a:ext cx="20197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F193DF44-7732-098D-4A38-7550189958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7285" y="5198457"/>
                    <a:ext cx="20197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182" r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6F87C7DB-8EC6-53D7-F670-9C10EFE5AD2C}"/>
                      </a:ext>
                    </a:extLst>
                  </p:cNvPr>
                  <p:cNvSpPr txBox="1"/>
                  <p:nvPr/>
                </p:nvSpPr>
                <p:spPr>
                  <a:xfrm>
                    <a:off x="2605682" y="4878606"/>
                    <a:ext cx="20358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6F87C7DB-8EC6-53D7-F670-9C10EFE5AD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5682" y="4878606"/>
                    <a:ext cx="20358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1176" t="-2222" r="-41176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3539123-2AB4-F8AF-9489-965432FEE113}"/>
                      </a:ext>
                    </a:extLst>
                  </p:cNvPr>
                  <p:cNvSpPr txBox="1"/>
                  <p:nvPr/>
                </p:nvSpPr>
                <p:spPr>
                  <a:xfrm>
                    <a:off x="4267550" y="3122196"/>
                    <a:ext cx="18434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3539123-2AB4-F8AF-9489-965432FEE1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550" y="3122196"/>
                    <a:ext cx="18434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3333" r="-3333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4B5C6C61-DF84-8047-EA37-472E69C3E863}"/>
                      </a:ext>
                    </a:extLst>
                  </p:cNvPr>
                  <p:cNvSpPr txBox="1"/>
                  <p:nvPr/>
                </p:nvSpPr>
                <p:spPr>
                  <a:xfrm rot="4297021">
                    <a:off x="6859522" y="2316087"/>
                    <a:ext cx="7446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4B5C6C61-DF84-8047-EA37-472E69C3E8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4297021">
                    <a:off x="6859522" y="2316087"/>
                    <a:ext cx="7446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024" t="-6107" b="-22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52FF4E4-D193-02AB-18F5-93165FF6957A}"/>
                      </a:ext>
                    </a:extLst>
                  </p:cNvPr>
                  <p:cNvSpPr txBox="1"/>
                  <p:nvPr/>
                </p:nvSpPr>
                <p:spPr>
                  <a:xfrm rot="20514960">
                    <a:off x="4705197" y="4061858"/>
                    <a:ext cx="76065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52FF4E4-D193-02AB-18F5-93165FF695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514960">
                    <a:off x="4705197" y="4061858"/>
                    <a:ext cx="760656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746" r="-2239" b="-12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9349B27F-45F6-BF64-BA79-11EFA6E0B6CE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890585" y="4436168"/>
                    <a:ext cx="145719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9349B27F-45F6-BF64-BA79-11EFA6E0B6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890585" y="4436168"/>
                    <a:ext cx="1457194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5556" t="-2092" r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54CBBD3E-3CA0-0FA3-32FF-75C94802F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753446" y="5492641"/>
                    <a:ext cx="147322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54CBBD3E-3CA0-0FA3-32FF-75C94802F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3446" y="5492641"/>
                    <a:ext cx="1473224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75" t="-4444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B53E9966-825D-4F0B-3535-536A920FABE3}"/>
                  </a:ext>
                </a:extLst>
              </p:cNvPr>
              <p:cNvCxnSpPr>
                <a:cxnSpLocks/>
                <a:stCxn id="78" idx="0"/>
                <a:endCxn id="54" idx="3"/>
              </p:cNvCxnSpPr>
              <p:nvPr/>
            </p:nvCxnSpPr>
            <p:spPr>
              <a:xfrm flipV="1">
                <a:off x="7057875" y="2242622"/>
                <a:ext cx="930704" cy="86418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D98EF84B-F102-A37E-C865-1EDCE0858DEF}"/>
                  </a:ext>
                </a:extLst>
              </p:cNvPr>
              <p:cNvCxnSpPr>
                <a:cxnSpLocks/>
                <a:stCxn id="78" idx="6"/>
                <a:endCxn id="54" idx="2"/>
              </p:cNvCxnSpPr>
              <p:nvPr/>
            </p:nvCxnSpPr>
            <p:spPr>
              <a:xfrm flipV="1">
                <a:off x="7565579" y="3614222"/>
                <a:ext cx="1794600" cy="291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767E22F2-39E8-7DE2-0CB8-D1A1B28EF3AE}"/>
                      </a:ext>
                    </a:extLst>
                  </p:cNvPr>
                  <p:cNvSpPr txBox="1"/>
                  <p:nvPr/>
                </p:nvSpPr>
                <p:spPr>
                  <a:xfrm>
                    <a:off x="9402792" y="2220651"/>
                    <a:ext cx="20197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767E22F2-39E8-7DE2-0CB8-D1A1B28EF3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02792" y="2220651"/>
                    <a:ext cx="20197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182" r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414F22C-C8DF-74CE-7CE7-AAFE27EEECF5}"/>
                      </a:ext>
                    </a:extLst>
                  </p:cNvPr>
                  <p:cNvSpPr txBox="1"/>
                  <p:nvPr/>
                </p:nvSpPr>
                <p:spPr>
                  <a:xfrm>
                    <a:off x="9360179" y="1820019"/>
                    <a:ext cx="7534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𝟗𝟎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414F22C-C8DF-74CE-7CE7-AAFE27EEEC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0179" y="1820019"/>
                    <a:ext cx="753411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7258" r="-4839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A360C8AA-A592-3505-11C7-E3E77E73F0EA}"/>
                      </a:ext>
                    </a:extLst>
                  </p:cNvPr>
                  <p:cNvSpPr txBox="1"/>
                  <p:nvPr/>
                </p:nvSpPr>
                <p:spPr>
                  <a:xfrm>
                    <a:off x="6769168" y="2007107"/>
                    <a:ext cx="20197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A360C8AA-A592-3505-11C7-E3E77E73F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9168" y="2007107"/>
                    <a:ext cx="20197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8182" r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840172A-438C-1F77-49AA-F8851197B0A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57888" y="2391327"/>
                    <a:ext cx="145719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840172A-438C-1F77-49AA-F8851197B0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857888" y="2391327"/>
                    <a:ext cx="1457194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4444" r="-35556" b="-376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5F75862-2F4D-71E4-AEAD-4543FF117F96}"/>
                  </a:ext>
                </a:extLst>
              </p:cNvPr>
              <p:cNvSpPr txBox="1"/>
              <p:nvPr/>
            </p:nvSpPr>
            <p:spPr>
              <a:xfrm>
                <a:off x="8320407" y="3617013"/>
                <a:ext cx="16575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>
                    <a:solidFill>
                      <a:srgbClr val="FF0000"/>
                    </a:solidFill>
                  </a:rPr>
                  <a:t>*transversal angles</a:t>
                </a:r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F2BA37A7-9B37-1A93-4A6B-64DD13442CDF}"/>
                  </a:ext>
                </a:extLst>
              </p:cNvPr>
              <p:cNvSpPr/>
              <p:nvPr/>
            </p:nvSpPr>
            <p:spPr>
              <a:xfrm>
                <a:off x="1991484" y="1559823"/>
                <a:ext cx="4735802" cy="3893726"/>
              </a:xfrm>
              <a:prstGeom prst="triangle">
                <a:avLst>
                  <a:gd name="adj" fmla="val 100000"/>
                </a:avLst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64DE4257-8E34-8C6E-9583-DF417631B2E4}"/>
                  </a:ext>
                </a:extLst>
              </p:cNvPr>
              <p:cNvSpPr/>
              <p:nvPr/>
            </p:nvSpPr>
            <p:spPr>
              <a:xfrm>
                <a:off x="6550170" y="3106808"/>
                <a:ext cx="1015409" cy="101540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081D03F5-6AF4-D299-111C-B623CA3386E8}"/>
                      </a:ext>
                    </a:extLst>
                  </p:cNvPr>
                  <p:cNvSpPr txBox="1"/>
                  <p:nvPr/>
                </p:nvSpPr>
                <p:spPr>
                  <a:xfrm>
                    <a:off x="8862257" y="2082152"/>
                    <a:ext cx="1441164" cy="276999"/>
                  </a:xfrm>
                  <a:prstGeom prst="rect">
                    <a:avLst/>
                  </a:prstGeom>
                  <a:solidFill>
                    <a:srgbClr val="FFFFFF">
                      <a:alpha val="50196"/>
                    </a:srgbClr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081D03F5-6AF4-D299-111C-B623CA3386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2257" y="2082152"/>
                    <a:ext cx="1441164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814" t="-2174" b="-326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BB712E6E-8388-58F4-0724-0386D0F0503F}"/>
                      </a:ext>
                    </a:extLst>
                  </p:cNvPr>
                  <p:cNvSpPr txBox="1"/>
                  <p:nvPr/>
                </p:nvSpPr>
                <p:spPr>
                  <a:xfrm>
                    <a:off x="1615064" y="5271084"/>
                    <a:ext cx="38343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id="{BB712E6E-8388-58F4-0724-0386D0F050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5064" y="5271084"/>
                    <a:ext cx="38343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A751F686-9CE3-9A36-77E1-E44213B4F58C}"/>
                      </a:ext>
                    </a:extLst>
                  </p:cNvPr>
                  <p:cNvSpPr txBox="1"/>
                  <p:nvPr/>
                </p:nvSpPr>
                <p:spPr>
                  <a:xfrm>
                    <a:off x="7398389" y="5271084"/>
                    <a:ext cx="3978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A751F686-9CE3-9A36-77E1-E44213B4F5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98389" y="5271084"/>
                    <a:ext cx="397865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A313A830-54C8-BA90-F987-C8BEB8B697DD}"/>
                      </a:ext>
                    </a:extLst>
                  </p:cNvPr>
                  <p:cNvSpPr txBox="1"/>
                  <p:nvPr/>
                </p:nvSpPr>
                <p:spPr>
                  <a:xfrm>
                    <a:off x="7460942" y="34430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A313A830-54C8-BA90-F987-C8BEB8B697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0942" y="3443000"/>
                    <a:ext cx="375424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2953C3B-91D2-A1AF-8B54-A38FFF1F4F30}"/>
                      </a:ext>
                    </a:extLst>
                  </p:cNvPr>
                  <p:cNvSpPr txBox="1"/>
                  <p:nvPr/>
                </p:nvSpPr>
                <p:spPr>
                  <a:xfrm>
                    <a:off x="6452865" y="1194357"/>
                    <a:ext cx="40427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2953C3B-91D2-A1AF-8B54-A38FFF1F4F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865" y="1194357"/>
                    <a:ext cx="404277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6E34ACA-2938-1701-6FC9-E4B11DDE871B}"/>
                      </a:ext>
                    </a:extLst>
                  </p:cNvPr>
                  <p:cNvSpPr txBox="1"/>
                  <p:nvPr/>
                </p:nvSpPr>
                <p:spPr>
                  <a:xfrm>
                    <a:off x="6464085" y="3437784"/>
                    <a:ext cx="3818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F6E34ACA-2938-1701-6FC9-E4B11DDE87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4085" y="3437784"/>
                    <a:ext cx="381836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A7756AA6-8D3F-D17B-3F14-C7AF207003A9}"/>
                      </a:ext>
                    </a:extLst>
                  </p:cNvPr>
                  <p:cNvSpPr txBox="1"/>
                  <p:nvPr/>
                </p:nvSpPr>
                <p:spPr>
                  <a:xfrm>
                    <a:off x="6465689" y="5437357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A7756AA6-8D3F-D17B-3F14-C7AF207003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5689" y="5437357"/>
                    <a:ext cx="386644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0FE3BF7-2747-542A-1AB5-A5317AB57FE1}"/>
                      </a:ext>
                    </a:extLst>
                  </p:cNvPr>
                  <p:cNvSpPr txBox="1"/>
                  <p:nvPr/>
                </p:nvSpPr>
                <p:spPr>
                  <a:xfrm>
                    <a:off x="6704101" y="3779372"/>
                    <a:ext cx="37862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0FE3BF7-2747-542A-1AB5-A5317AB57F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4101" y="3779372"/>
                    <a:ext cx="378629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20695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25AA-9CBF-8372-ACF0-ABB16956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48D2BA-1C6B-C24D-57DB-10DE82CE410C}"/>
              </a:ext>
            </a:extLst>
          </p:cNvPr>
          <p:cNvGrpSpPr/>
          <p:nvPr/>
        </p:nvGrpSpPr>
        <p:grpSpPr>
          <a:xfrm>
            <a:off x="4021477" y="1674653"/>
            <a:ext cx="4149046" cy="3508695"/>
            <a:chOff x="1929684" y="2008456"/>
            <a:chExt cx="4149046" cy="350869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4860DA-B2BD-51C2-DAE5-075B4F3BE975}"/>
                </a:ext>
              </a:extLst>
            </p:cNvPr>
            <p:cNvSpPr/>
            <p:nvPr/>
          </p:nvSpPr>
          <p:spPr>
            <a:xfrm>
              <a:off x="3506589" y="2432687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C0F26E-CCA9-313D-05D5-8564C599AF67}"/>
                </a:ext>
              </a:extLst>
            </p:cNvPr>
            <p:cNvSpPr/>
            <p:nvPr/>
          </p:nvSpPr>
          <p:spPr>
            <a:xfrm>
              <a:off x="4905468" y="4102430"/>
              <a:ext cx="228600" cy="2286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F5C491E-9B26-D175-B750-4540DE9EEF7D}"/>
                </a:ext>
              </a:extLst>
            </p:cNvPr>
            <p:cNvCxnSpPr>
              <a:cxnSpLocks/>
            </p:cNvCxnSpPr>
            <p:nvPr/>
          </p:nvCxnSpPr>
          <p:spPr>
            <a:xfrm rot="1800000" flipV="1">
              <a:off x="2832100" y="2306305"/>
              <a:ext cx="0" cy="3200400"/>
            </a:xfrm>
            <a:prstGeom prst="straightConnector1">
              <a:avLst/>
            </a:prstGeom>
            <a:ln w="63500">
              <a:solidFill>
                <a:srgbClr val="00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4F0C95D-CBAE-FF6C-B51C-A38CC9967A6F}"/>
                </a:ext>
              </a:extLst>
            </p:cNvPr>
            <p:cNvCxnSpPr>
              <a:cxnSpLocks/>
            </p:cNvCxnSpPr>
            <p:nvPr/>
          </p:nvCxnSpPr>
          <p:spPr>
            <a:xfrm rot="4200000" flipV="1">
              <a:off x="3535696" y="3144491"/>
              <a:ext cx="0" cy="3200400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22BB22-9739-F3B5-338F-3AC8CEF2F657}"/>
                    </a:ext>
                  </a:extLst>
                </p:cNvPr>
                <p:cNvSpPr txBox="1"/>
                <p:nvPr/>
              </p:nvSpPr>
              <p:spPr>
                <a:xfrm>
                  <a:off x="4141754" y="4591266"/>
                  <a:ext cx="465191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sz="25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22BB22-9739-F3B5-338F-3AC8CEF2F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1754" y="4591266"/>
                  <a:ext cx="465191" cy="4770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9567E9-C10A-14A1-0722-AB4A1E97AD1F}"/>
                    </a:ext>
                  </a:extLst>
                </p:cNvPr>
                <p:cNvSpPr txBox="1"/>
                <p:nvPr/>
              </p:nvSpPr>
              <p:spPr>
                <a:xfrm>
                  <a:off x="3725700" y="3429000"/>
                  <a:ext cx="465191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en-US" sz="2500" b="1" dirty="0">
                    <a:solidFill>
                      <a:srgbClr val="00FF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F9567E9-C10A-14A1-0722-AB4A1E97A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5700" y="3429000"/>
                  <a:ext cx="465191" cy="477054"/>
                </a:xfrm>
                <a:prstGeom prst="rect">
                  <a:avLst/>
                </a:prstGeom>
                <a:blipFill>
                  <a:blip r:embed="rId3"/>
                  <a:stretch>
                    <a:fillRect l="-5195" r="-2597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BB0365-7150-9C93-DB26-D4474FEEC765}"/>
                </a:ext>
              </a:extLst>
            </p:cNvPr>
            <p:cNvSpPr/>
            <p:nvPr/>
          </p:nvSpPr>
          <p:spPr>
            <a:xfrm rot="1800000">
              <a:off x="3150870" y="4602751"/>
              <a:ext cx="914400" cy="914400"/>
            </a:xfrm>
            <a:prstGeom prst="arc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B9A72E07-8CC1-D723-B9C3-B0C6D63F48C5}"/>
                </a:ext>
              </a:extLst>
            </p:cNvPr>
            <p:cNvSpPr/>
            <p:nvPr/>
          </p:nvSpPr>
          <p:spPr>
            <a:xfrm rot="900000">
              <a:off x="1929684" y="3408556"/>
              <a:ext cx="1912520" cy="1912520"/>
            </a:xfrm>
            <a:prstGeom prst="arc">
              <a:avLst/>
            </a:prstGeom>
            <a:ln w="38100">
              <a:solidFill>
                <a:srgbClr val="00FF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832C4F-A328-6D3D-5392-DE2BACE1BF6A}"/>
                    </a:ext>
                  </a:extLst>
                </p:cNvPr>
                <p:cNvSpPr txBox="1"/>
                <p:nvPr/>
              </p:nvSpPr>
              <p:spPr>
                <a:xfrm>
                  <a:off x="2532471" y="3456989"/>
                  <a:ext cx="505267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500" b="1" dirty="0">
                    <a:solidFill>
                      <a:srgbClr val="00FF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832C4F-A328-6D3D-5392-DE2BACE1B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471" y="3456989"/>
                  <a:ext cx="505267" cy="4770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47CC1B9-31DD-0097-A4BB-7265ACD6399F}"/>
                    </a:ext>
                  </a:extLst>
                </p:cNvPr>
                <p:cNvSpPr txBox="1"/>
                <p:nvPr/>
              </p:nvSpPr>
              <p:spPr>
                <a:xfrm>
                  <a:off x="3298039" y="4340477"/>
                  <a:ext cx="421910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n-US" sz="25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47CC1B9-31DD-0097-A4BB-7265ACD63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8039" y="4340477"/>
                  <a:ext cx="421910" cy="4770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2E2B7BF-124E-CC56-E33E-E322AF5A7051}"/>
                    </a:ext>
                  </a:extLst>
                </p:cNvPr>
                <p:cNvSpPr txBox="1"/>
                <p:nvPr/>
              </p:nvSpPr>
              <p:spPr>
                <a:xfrm>
                  <a:off x="5108080" y="3863903"/>
                  <a:ext cx="970650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25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5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2E2B7BF-124E-CC56-E33E-E322AF5A70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8080" y="3863903"/>
                  <a:ext cx="970650" cy="477054"/>
                </a:xfrm>
                <a:prstGeom prst="rect">
                  <a:avLst/>
                </a:prstGeom>
                <a:blipFill>
                  <a:blip r:embed="rId6"/>
                  <a:stretch>
                    <a:fillRect l="-2516" r="-2516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8169DAF-EC97-34DA-3856-FF9869640CA6}"/>
                    </a:ext>
                  </a:extLst>
                </p:cNvPr>
                <p:cNvSpPr txBox="1"/>
                <p:nvPr/>
              </p:nvSpPr>
              <p:spPr>
                <a:xfrm>
                  <a:off x="3278781" y="2008456"/>
                  <a:ext cx="1164037" cy="4770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500" b="1" i="1" smtClean="0">
                                <a:solidFill>
                                  <a:srgbClr val="00FF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500" b="1" i="1" smtClean="0">
                            <a:solidFill>
                              <a:srgbClr val="00FF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2500" b="1" dirty="0">
                    <a:solidFill>
                      <a:srgbClr val="00FF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8169DAF-EC97-34DA-3856-FF9869640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8781" y="2008456"/>
                  <a:ext cx="1164037" cy="477054"/>
                </a:xfrm>
                <a:prstGeom prst="rect">
                  <a:avLst/>
                </a:prstGeom>
                <a:blipFill>
                  <a:blip r:embed="rId7"/>
                  <a:stretch>
                    <a:fillRect l="-2094" r="-157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568BCAC-32BD-9725-517B-846BC3AA8B77}"/>
                </a:ext>
              </a:extLst>
            </p:cNvPr>
            <p:cNvCxnSpPr/>
            <p:nvPr/>
          </p:nvCxnSpPr>
          <p:spPr>
            <a:xfrm flipV="1">
              <a:off x="2024853" y="2577775"/>
              <a:ext cx="0" cy="2743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B4D1446-FC17-0FD8-1E23-AA814325C09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383264" y="3931114"/>
              <a:ext cx="0" cy="27432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063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0099-84A3-F6B6-7001-32FB40E0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D7751E3-87D2-70B5-009A-029D375A1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710010"/>
              </p:ext>
            </p:extLst>
          </p:nvPr>
        </p:nvGraphicFramePr>
        <p:xfrm>
          <a:off x="6841986" y="1463680"/>
          <a:ext cx="801051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C19CB67-08B3-8293-AB77-A4CE7033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18669"/>
              </p:ext>
            </p:extLst>
          </p:nvPr>
        </p:nvGraphicFramePr>
        <p:xfrm>
          <a:off x="6841986" y="4133844"/>
          <a:ext cx="801051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CEC5E5E-8B99-678B-D748-4E6D6E57E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639806"/>
              </p:ext>
            </p:extLst>
          </p:nvPr>
        </p:nvGraphicFramePr>
        <p:xfrm>
          <a:off x="4171816" y="1463680"/>
          <a:ext cx="2670170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D1BA3B2-4057-AA3F-B65A-86E3C4E7E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11467"/>
              </p:ext>
            </p:extLst>
          </p:nvPr>
        </p:nvGraphicFramePr>
        <p:xfrm>
          <a:off x="4171816" y="4133844"/>
          <a:ext cx="2670170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FDE2BC69-CFE5-B930-7B77-5E685489A2E3}"/>
              </a:ext>
            </a:extLst>
          </p:cNvPr>
          <p:cNvGrpSpPr/>
          <p:nvPr/>
        </p:nvGrpSpPr>
        <p:grpSpPr>
          <a:xfrm>
            <a:off x="4171816" y="1463680"/>
            <a:ext cx="3476759" cy="3471215"/>
            <a:chOff x="3219316" y="739780"/>
            <a:chExt cx="3476759" cy="347121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2C1DF57-3230-310C-B14B-611746FBB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0582" y="739780"/>
              <a:ext cx="0" cy="26892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4FDF991-576B-7112-C8C8-07FD1E6599DE}"/>
                </a:ext>
              </a:extLst>
            </p:cNvPr>
            <p:cNvCxnSpPr>
              <a:cxnSpLocks/>
            </p:cNvCxnSpPr>
            <p:nvPr/>
          </p:nvCxnSpPr>
          <p:spPr>
            <a:xfrm>
              <a:off x="5877393" y="3410739"/>
              <a:ext cx="81868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F3C13A5-BBCB-07A0-6668-7C6E8E4C5B58}"/>
                </a:ext>
              </a:extLst>
            </p:cNvPr>
            <p:cNvCxnSpPr>
              <a:cxnSpLocks/>
            </p:cNvCxnSpPr>
            <p:nvPr/>
          </p:nvCxnSpPr>
          <p:spPr>
            <a:xfrm>
              <a:off x="5891679" y="3392479"/>
              <a:ext cx="0" cy="8185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2A22336-052A-B2DE-BC4D-0F37C97A87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9316" y="3410740"/>
              <a:ext cx="268555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F0BDDC2-278A-9C38-9572-FC6F3B186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15024" y="1937241"/>
            <a:ext cx="2581419" cy="1848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18DEF3-99DB-403E-4FA2-DAC8F2F4F1A1}"/>
                  </a:ext>
                </a:extLst>
              </p:cNvPr>
              <p:cNvSpPr txBox="1"/>
              <p:nvPr/>
            </p:nvSpPr>
            <p:spPr>
              <a:xfrm>
                <a:off x="6656224" y="1086408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18DEF3-99DB-403E-4FA2-DAC8F2F4F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224" y="1086408"/>
                <a:ext cx="347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086245-8159-1547-A715-967EABE91691}"/>
                  </a:ext>
                </a:extLst>
              </p:cNvPr>
              <p:cNvSpPr txBox="1"/>
              <p:nvPr/>
            </p:nvSpPr>
            <p:spPr>
              <a:xfrm>
                <a:off x="3790946" y="3912663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086245-8159-1547-A715-967EABE91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46" y="3912663"/>
                <a:ext cx="3642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E8E8A1-9DD4-FFA1-FC99-5D52748D05F0}"/>
                  </a:ext>
                </a:extLst>
              </p:cNvPr>
              <p:cNvSpPr txBox="1"/>
              <p:nvPr/>
            </p:nvSpPr>
            <p:spPr>
              <a:xfrm>
                <a:off x="7648575" y="3912663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E8E8A1-9DD4-FFA1-FC99-5D52748D0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575" y="3912663"/>
                <a:ext cx="53732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419225-C1E9-FA8E-B775-641A02E8C82E}"/>
                  </a:ext>
                </a:extLst>
              </p:cNvPr>
              <p:cNvSpPr txBox="1"/>
              <p:nvPr/>
            </p:nvSpPr>
            <p:spPr>
              <a:xfrm>
                <a:off x="6595918" y="4934895"/>
                <a:ext cx="522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419225-C1E9-FA8E-B775-641A02E8C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918" y="4934895"/>
                <a:ext cx="5229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07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0AF6-1C4C-0F30-9625-9A27D29F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0A4087B-2046-1CEA-A580-EB816AA363EA}"/>
              </a:ext>
            </a:extLst>
          </p:cNvPr>
          <p:cNvGraphicFramePr>
            <a:graphicFrameLocks noGrp="1"/>
          </p:cNvGraphicFramePr>
          <p:nvPr/>
        </p:nvGraphicFramePr>
        <p:xfrm>
          <a:off x="6841986" y="1463680"/>
          <a:ext cx="801051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6CB0DBD-7588-B6EB-BB30-D36982E2DA4A}"/>
              </a:ext>
            </a:extLst>
          </p:cNvPr>
          <p:cNvGraphicFramePr>
            <a:graphicFrameLocks noGrp="1"/>
          </p:cNvGraphicFramePr>
          <p:nvPr/>
        </p:nvGraphicFramePr>
        <p:xfrm>
          <a:off x="6841986" y="4133844"/>
          <a:ext cx="801051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40CC594-ABFD-25BA-7827-A3722AE5AAE8}"/>
              </a:ext>
            </a:extLst>
          </p:cNvPr>
          <p:cNvGraphicFramePr>
            <a:graphicFrameLocks noGrp="1"/>
          </p:cNvGraphicFramePr>
          <p:nvPr/>
        </p:nvGraphicFramePr>
        <p:xfrm>
          <a:off x="4171816" y="1463680"/>
          <a:ext cx="2670170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0C51CCC-A4DE-E099-15D6-9802B1D61644}"/>
              </a:ext>
            </a:extLst>
          </p:cNvPr>
          <p:cNvGraphicFramePr>
            <a:graphicFrameLocks noGrp="1"/>
          </p:cNvGraphicFramePr>
          <p:nvPr/>
        </p:nvGraphicFramePr>
        <p:xfrm>
          <a:off x="4171816" y="4133844"/>
          <a:ext cx="2670170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023D03-9005-01FF-674D-B6F759817C27}"/>
              </a:ext>
            </a:extLst>
          </p:cNvPr>
          <p:cNvCxnSpPr>
            <a:cxnSpLocks/>
          </p:cNvCxnSpPr>
          <p:nvPr/>
        </p:nvCxnSpPr>
        <p:spPr>
          <a:xfrm flipV="1">
            <a:off x="4969715" y="1463680"/>
            <a:ext cx="0" cy="26892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D0818F-29BD-D9A1-B292-6C93FF9B054C}"/>
              </a:ext>
            </a:extLst>
          </p:cNvPr>
          <p:cNvCxnSpPr>
            <a:cxnSpLocks/>
          </p:cNvCxnSpPr>
          <p:nvPr/>
        </p:nvCxnSpPr>
        <p:spPr>
          <a:xfrm>
            <a:off x="6829893" y="4134639"/>
            <a:ext cx="8186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01A29E-3556-4310-EE8B-F0219A0FF7CC}"/>
              </a:ext>
            </a:extLst>
          </p:cNvPr>
          <p:cNvCxnSpPr>
            <a:cxnSpLocks/>
          </p:cNvCxnSpPr>
          <p:nvPr/>
        </p:nvCxnSpPr>
        <p:spPr>
          <a:xfrm>
            <a:off x="4970812" y="4116379"/>
            <a:ext cx="0" cy="8185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3412E0-A2A9-373F-6B99-C37EA8ED267B}"/>
              </a:ext>
            </a:extLst>
          </p:cNvPr>
          <p:cNvCxnSpPr>
            <a:cxnSpLocks/>
          </p:cNvCxnSpPr>
          <p:nvPr/>
        </p:nvCxnSpPr>
        <p:spPr>
          <a:xfrm flipH="1">
            <a:off x="4171816" y="4134640"/>
            <a:ext cx="268555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4E7B389-3AE9-D7C5-424F-15C0B5FDE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47" y="2267664"/>
            <a:ext cx="2581419" cy="1848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0DF945-E3DE-4DBD-266C-91CFCF24E525}"/>
                  </a:ext>
                </a:extLst>
              </p:cNvPr>
              <p:cNvSpPr txBox="1"/>
              <p:nvPr/>
            </p:nvSpPr>
            <p:spPr>
              <a:xfrm>
                <a:off x="4782857" y="1086408"/>
                <a:ext cx="347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0DF945-E3DE-4DBD-266C-91CFCF24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857" y="1086408"/>
                <a:ext cx="3473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ED3572-5E7D-459E-EB94-1550C1C79E40}"/>
                  </a:ext>
                </a:extLst>
              </p:cNvPr>
              <p:cNvSpPr txBox="1"/>
              <p:nvPr/>
            </p:nvSpPr>
            <p:spPr>
              <a:xfrm>
                <a:off x="3641910" y="3912663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ED3572-5E7D-459E-EB94-1550C1C79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0" y="3912663"/>
                <a:ext cx="5421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DE742E-7CF2-152B-808D-833537097949}"/>
                  </a:ext>
                </a:extLst>
              </p:cNvPr>
              <p:cNvSpPr txBox="1"/>
              <p:nvPr/>
            </p:nvSpPr>
            <p:spPr>
              <a:xfrm>
                <a:off x="7655130" y="391266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DE742E-7CF2-152B-808D-833537097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130" y="3912663"/>
                <a:ext cx="369012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B40F25-A30A-A834-E4A3-CCA72A96C135}"/>
                  </a:ext>
                </a:extLst>
              </p:cNvPr>
              <p:cNvSpPr txBox="1"/>
              <p:nvPr/>
            </p:nvSpPr>
            <p:spPr>
              <a:xfrm>
                <a:off x="4722551" y="4934895"/>
                <a:ext cx="522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B40F25-A30A-A834-E4A3-CCA72A96C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551" y="4934895"/>
                <a:ext cx="5229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70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3953-05A2-2F69-6100-6837AEDC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B9B7EC3-55C6-D6F8-364D-C402C1F9C478}"/>
              </a:ext>
            </a:extLst>
          </p:cNvPr>
          <p:cNvGraphicFramePr>
            <a:graphicFrameLocks noGrp="1"/>
          </p:cNvGraphicFramePr>
          <p:nvPr/>
        </p:nvGraphicFramePr>
        <p:xfrm>
          <a:off x="6841986" y="1463680"/>
          <a:ext cx="801051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2BAAC48-1CA2-134B-4135-729F913EB63F}"/>
              </a:ext>
            </a:extLst>
          </p:cNvPr>
          <p:cNvGraphicFramePr>
            <a:graphicFrameLocks noGrp="1"/>
          </p:cNvGraphicFramePr>
          <p:nvPr/>
        </p:nvGraphicFramePr>
        <p:xfrm>
          <a:off x="6841986" y="4133844"/>
          <a:ext cx="801051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AB28915-A86D-83A5-F191-AAF0A4DDCC45}"/>
              </a:ext>
            </a:extLst>
          </p:cNvPr>
          <p:cNvGraphicFramePr>
            <a:graphicFrameLocks noGrp="1"/>
          </p:cNvGraphicFramePr>
          <p:nvPr/>
        </p:nvGraphicFramePr>
        <p:xfrm>
          <a:off x="4171816" y="1463680"/>
          <a:ext cx="2670170" cy="267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604327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5971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46743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9567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7394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79571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423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38DE432-DE57-2E3B-DBDE-1257DFC65D59}"/>
              </a:ext>
            </a:extLst>
          </p:cNvPr>
          <p:cNvGraphicFramePr>
            <a:graphicFrameLocks noGrp="1"/>
          </p:cNvGraphicFramePr>
          <p:nvPr/>
        </p:nvGraphicFramePr>
        <p:xfrm>
          <a:off x="4171816" y="4133844"/>
          <a:ext cx="2670170" cy="801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017">
                  <a:extLst>
                    <a:ext uri="{9D8B030D-6E8A-4147-A177-3AD203B41FA5}">
                      <a16:colId xmlns:a16="http://schemas.microsoft.com/office/drawing/2014/main" val="108093536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51017823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756619009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08249936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72403654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61196448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1680368121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2184676656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688333452"/>
                    </a:ext>
                  </a:extLst>
                </a:gridCol>
                <a:gridCol w="267017">
                  <a:extLst>
                    <a:ext uri="{9D8B030D-6E8A-4147-A177-3AD203B41FA5}">
                      <a16:colId xmlns:a16="http://schemas.microsoft.com/office/drawing/2014/main" val="3880816140"/>
                    </a:ext>
                  </a:extLst>
                </a:gridCol>
              </a:tblGrid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680922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558473"/>
                  </a:ext>
                </a:extLst>
              </a:tr>
              <a:tr h="267017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3403" marR="53403" marT="26702" marB="2670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68571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B8EA25-131F-BD02-A49B-A5BD0CE9A55D}"/>
              </a:ext>
            </a:extLst>
          </p:cNvPr>
          <p:cNvCxnSpPr>
            <a:cxnSpLocks/>
          </p:cNvCxnSpPr>
          <p:nvPr/>
        </p:nvCxnSpPr>
        <p:spPr>
          <a:xfrm flipV="1">
            <a:off x="4969715" y="1463680"/>
            <a:ext cx="0" cy="26892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2DED74-A049-3538-4DCB-E8330435C2AA}"/>
              </a:ext>
            </a:extLst>
          </p:cNvPr>
          <p:cNvCxnSpPr>
            <a:cxnSpLocks/>
          </p:cNvCxnSpPr>
          <p:nvPr/>
        </p:nvCxnSpPr>
        <p:spPr>
          <a:xfrm>
            <a:off x="6829893" y="4134639"/>
            <a:ext cx="8186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8D005C-487D-FFF2-4B4F-DAD0F5021EDE}"/>
              </a:ext>
            </a:extLst>
          </p:cNvPr>
          <p:cNvCxnSpPr>
            <a:cxnSpLocks/>
          </p:cNvCxnSpPr>
          <p:nvPr/>
        </p:nvCxnSpPr>
        <p:spPr>
          <a:xfrm>
            <a:off x="4970812" y="4116379"/>
            <a:ext cx="0" cy="8185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F0A35E-AFFD-530F-B1A5-367C7321F981}"/>
              </a:ext>
            </a:extLst>
          </p:cNvPr>
          <p:cNvCxnSpPr>
            <a:cxnSpLocks/>
          </p:cNvCxnSpPr>
          <p:nvPr/>
        </p:nvCxnSpPr>
        <p:spPr>
          <a:xfrm flipH="1">
            <a:off x="4171816" y="4134640"/>
            <a:ext cx="268555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F2133AC-A778-9B34-033E-4B495A73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47" y="2267664"/>
            <a:ext cx="2581419" cy="1848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9C8784-166B-D6AA-A0BD-86C4BA4C27AF}"/>
                  </a:ext>
                </a:extLst>
              </p:cNvPr>
              <p:cNvSpPr txBox="1"/>
              <p:nvPr/>
            </p:nvSpPr>
            <p:spPr>
              <a:xfrm>
                <a:off x="4782857" y="1086408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9C8784-166B-D6AA-A0BD-86C4BA4C2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857" y="1086408"/>
                <a:ext cx="369012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5ECB28-0D6C-DD0D-1E11-43CCB800A80B}"/>
                  </a:ext>
                </a:extLst>
              </p:cNvPr>
              <p:cNvSpPr txBox="1"/>
              <p:nvPr/>
            </p:nvSpPr>
            <p:spPr>
              <a:xfrm>
                <a:off x="3641910" y="3912663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5ECB28-0D6C-DD0D-1E11-43CCB800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0" y="3912663"/>
                <a:ext cx="5421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5089B4B-741C-ADB3-31C6-BCE2FC8D0A37}"/>
                  </a:ext>
                </a:extLst>
              </p:cNvPr>
              <p:cNvSpPr txBox="1"/>
              <p:nvPr/>
            </p:nvSpPr>
            <p:spPr>
              <a:xfrm>
                <a:off x="7655130" y="3912663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5089B4B-741C-ADB3-31C6-BCE2FC8D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130" y="3912663"/>
                <a:ext cx="3690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16D006-6E1E-F1FD-AD95-D2C17253BFFA}"/>
                  </a:ext>
                </a:extLst>
              </p:cNvPr>
              <p:cNvSpPr txBox="1"/>
              <p:nvPr/>
            </p:nvSpPr>
            <p:spPr>
              <a:xfrm>
                <a:off x="4722551" y="4934895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16D006-6E1E-F1FD-AD95-D2C17253B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551" y="4934895"/>
                <a:ext cx="542136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42D3DA-4595-0225-F15C-EADDC36D6551}"/>
              </a:ext>
            </a:extLst>
          </p:cNvPr>
          <p:cNvGrpSpPr/>
          <p:nvPr/>
        </p:nvGrpSpPr>
        <p:grpSpPr>
          <a:xfrm>
            <a:off x="1035078" y="741872"/>
            <a:ext cx="4572000" cy="4572000"/>
            <a:chOff x="3789779" y="1610264"/>
            <a:chExt cx="4572000" cy="4572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940A88D-0999-30E9-12B0-246B3D1A78ED}"/>
                </a:ext>
              </a:extLst>
            </p:cNvPr>
            <p:cNvSpPr/>
            <p:nvPr/>
          </p:nvSpPr>
          <p:spPr>
            <a:xfrm>
              <a:off x="3789779" y="1610264"/>
              <a:ext cx="4572000" cy="4572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669E36D-7FCB-45A9-D8DA-38C48D129AF1}"/>
                </a:ext>
              </a:extLst>
            </p:cNvPr>
            <p:cNvGrpSpPr/>
            <p:nvPr/>
          </p:nvGrpSpPr>
          <p:grpSpPr>
            <a:xfrm>
              <a:off x="3809004" y="2017734"/>
              <a:ext cx="4533549" cy="3870496"/>
              <a:chOff x="4286425" y="2070166"/>
              <a:chExt cx="4533549" cy="3870496"/>
            </a:xfrm>
          </p:grpSpPr>
          <p:pic>
            <p:nvPicPr>
              <p:cNvPr id="3" name="Picture 4" descr="How To Align Local Coordinate Systems in SOFiPLUS - SOFiSTiK FOR YOU">
                <a:extLst>
                  <a:ext uri="{FF2B5EF4-FFF2-40B4-BE49-F238E27FC236}">
                    <a16:creationId xmlns:a16="http://schemas.microsoft.com/office/drawing/2014/main" id="{8D68BD1A-80E1-38D0-07FA-4978093F96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09" r="2597" b="13334"/>
              <a:stretch>
                <a:fillRect/>
              </a:stretch>
            </p:blipFill>
            <p:spPr bwMode="auto">
              <a:xfrm>
                <a:off x="4358640" y="3252090"/>
                <a:ext cx="4389120" cy="268857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2B948F-3340-F990-2120-9552060ED960}"/>
                  </a:ext>
                </a:extLst>
              </p:cNvPr>
              <p:cNvSpPr txBox="1"/>
              <p:nvPr/>
            </p:nvSpPr>
            <p:spPr>
              <a:xfrm>
                <a:off x="4286425" y="2070166"/>
                <a:ext cx="4533549" cy="1092607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500" b="1" dirty="0"/>
                  <a:t>ROTATIONS</a:t>
                </a:r>
              </a:p>
            </p:txBody>
          </p:sp>
        </p:grpSp>
      </p:grpSp>
      <p:pic>
        <p:nvPicPr>
          <p:cNvPr id="18" name="Picture 17" descr="The image depicts a vector diagram illustrating rotations around the X, Y, and Z axes.&#10;&#10;AI-generated content may be incorrect.">
            <a:extLst>
              <a:ext uri="{FF2B5EF4-FFF2-40B4-BE49-F238E27FC236}">
                <a16:creationId xmlns:a16="http://schemas.microsoft.com/office/drawing/2014/main" id="{1983ED0F-B59A-7F63-6DE6-CC02EEE5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24" y="729283"/>
            <a:ext cx="4639458" cy="45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02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D6B3-B935-7E4A-EDD8-4FA07274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92BE81EB-BFAE-EB8C-060C-AD0B125B24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5976608"/>
              <a:ext cx="9144000" cy="6143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0">
                      <a:extLst>
                        <a:ext uri="{9D8B030D-6E8A-4147-A177-3AD203B41FA5}">
                          <a16:colId xmlns:a16="http://schemas.microsoft.com/office/drawing/2014/main" val="284848873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∓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∴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𝒄𝒐𝒔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𝒔𝒊𝒏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82570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∴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6984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92BE81EB-BFAE-EB8C-060C-AD0B125B24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5976608"/>
              <a:ext cx="9144000" cy="6143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0">
                      <a:extLst>
                        <a:ext uri="{9D8B030D-6E8A-4147-A177-3AD203B41FA5}">
                          <a16:colId xmlns:a16="http://schemas.microsoft.com/office/drawing/2014/main" val="2848488738"/>
                        </a:ext>
                      </a:extLst>
                    </a:gridCol>
                  </a:tblGrid>
                  <a:tr h="3095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" t="-1961" r="-200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570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" t="-101961" r="-200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69848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3D4D6FDC-2693-014D-4626-FB171CFAA40E}"/>
              </a:ext>
            </a:extLst>
          </p:cNvPr>
          <p:cNvSpPr txBox="1"/>
          <p:nvPr/>
        </p:nvSpPr>
        <p:spPr>
          <a:xfrm>
            <a:off x="4452956" y="405114"/>
            <a:ext cx="328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Double Trigonometric Angles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3A6C129-E958-9B9D-1D7C-307D5C87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63" t="6413" r="19915" b="13587"/>
          <a:stretch>
            <a:fillRect/>
          </a:stretch>
        </p:blipFill>
        <p:spPr>
          <a:xfrm>
            <a:off x="7988579" y="871022"/>
            <a:ext cx="2743200" cy="2743200"/>
          </a:xfrm>
          <a:custGeom>
            <a:avLst/>
            <a:gdLst>
              <a:gd name="connsiteX0" fmla="*/ 2743200 w 5486400"/>
              <a:gd name="connsiteY0" fmla="*/ 0 h 5486400"/>
              <a:gd name="connsiteX1" fmla="*/ 5486400 w 5486400"/>
              <a:gd name="connsiteY1" fmla="*/ 2743200 h 5486400"/>
              <a:gd name="connsiteX2" fmla="*/ 2743200 w 5486400"/>
              <a:gd name="connsiteY2" fmla="*/ 5486400 h 5486400"/>
              <a:gd name="connsiteX3" fmla="*/ 0 w 5486400"/>
              <a:gd name="connsiteY3" fmla="*/ 2743200 h 5486400"/>
              <a:gd name="connsiteX4" fmla="*/ 2743200 w 5486400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5486400">
                <a:moveTo>
                  <a:pt x="2743200" y="0"/>
                </a:moveTo>
                <a:cubicBezTo>
                  <a:pt x="4258228" y="0"/>
                  <a:pt x="5486400" y="1228172"/>
                  <a:pt x="5486400" y="2743200"/>
                </a:cubicBezTo>
                <a:cubicBezTo>
                  <a:pt x="5486400" y="4258228"/>
                  <a:pt x="4258228" y="5486400"/>
                  <a:pt x="2743200" y="5486400"/>
                </a:cubicBezTo>
                <a:cubicBezTo>
                  <a:pt x="1228172" y="5486400"/>
                  <a:pt x="0" y="4258228"/>
                  <a:pt x="0" y="2743200"/>
                </a:cubicBezTo>
                <a:cubicBezTo>
                  <a:pt x="0" y="1228172"/>
                  <a:pt x="1228172" y="0"/>
                  <a:pt x="2743200" y="0"/>
                </a:cubicBezTo>
                <a:close/>
              </a:path>
            </a:pathLst>
          </a:custGeom>
          <a:ln w="19050">
            <a:solidFill>
              <a:schemeClr val="tx1"/>
            </a:solidFill>
          </a:ln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FE46862-9A5D-132D-E5AB-FDB2A8849629}"/>
              </a:ext>
            </a:extLst>
          </p:cNvPr>
          <p:cNvCxnSpPr>
            <a:cxnSpLocks/>
            <a:stCxn id="78" idx="0"/>
          </p:cNvCxnSpPr>
          <p:nvPr/>
        </p:nvCxnSpPr>
        <p:spPr>
          <a:xfrm flipH="1">
            <a:off x="6739532" y="1520731"/>
            <a:ext cx="12246" cy="39484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E297E2D-522D-8D0C-C9D9-4A901F2D292F}"/>
              </a:ext>
            </a:extLst>
          </p:cNvPr>
          <p:cNvSpPr/>
          <p:nvPr/>
        </p:nvSpPr>
        <p:spPr>
          <a:xfrm>
            <a:off x="6648092" y="5368409"/>
            <a:ext cx="91440" cy="91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27BE174-7932-91AB-FCAC-66F7126BDC9D}"/>
              </a:ext>
            </a:extLst>
          </p:cNvPr>
          <p:cNvCxnSpPr>
            <a:cxnSpLocks/>
            <a:stCxn id="78" idx="3"/>
          </p:cNvCxnSpPr>
          <p:nvPr/>
        </p:nvCxnSpPr>
        <p:spPr>
          <a:xfrm flipH="1">
            <a:off x="6739532" y="3627756"/>
            <a:ext cx="712469" cy="12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54862E17-EA49-5D17-E40C-834FBE994061}"/>
              </a:ext>
            </a:extLst>
          </p:cNvPr>
          <p:cNvSpPr/>
          <p:nvPr/>
        </p:nvSpPr>
        <p:spPr>
          <a:xfrm>
            <a:off x="6751778" y="3542616"/>
            <a:ext cx="91440" cy="91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C46A62-5905-F524-0CF7-4A67FB63A0F4}"/>
              </a:ext>
            </a:extLst>
          </p:cNvPr>
          <p:cNvGrpSpPr/>
          <p:nvPr/>
        </p:nvGrpSpPr>
        <p:grpSpPr>
          <a:xfrm>
            <a:off x="1460221" y="2376975"/>
            <a:ext cx="5991781" cy="3098481"/>
            <a:chOff x="1460221" y="2376975"/>
            <a:chExt cx="5991781" cy="3098481"/>
          </a:xfrm>
        </p:grpSpPr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B038AC28-35A3-056D-9182-1CD84625D563}"/>
                </a:ext>
              </a:extLst>
            </p:cNvPr>
            <p:cNvSpPr/>
            <p:nvPr/>
          </p:nvSpPr>
          <p:spPr>
            <a:xfrm>
              <a:off x="1965602" y="3640356"/>
              <a:ext cx="5486400" cy="1828800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577EAAC3-E2F0-FBC0-45F2-BAA769F1D82A}"/>
                </a:ext>
              </a:extLst>
            </p:cNvPr>
            <p:cNvSpPr/>
            <p:nvPr/>
          </p:nvSpPr>
          <p:spPr>
            <a:xfrm rot="20497015">
              <a:off x="1460221" y="2376975"/>
              <a:ext cx="5789387" cy="2220330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14332EF-F46A-9B53-84C7-943E4081FC9A}"/>
                </a:ext>
              </a:extLst>
            </p:cNvPr>
            <p:cNvSpPr/>
            <p:nvPr/>
          </p:nvSpPr>
          <p:spPr>
            <a:xfrm>
              <a:off x="7360561" y="5374709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6F3C144-4994-72FB-A15F-5D305921AB7F}"/>
                </a:ext>
              </a:extLst>
            </p:cNvPr>
            <p:cNvSpPr/>
            <p:nvPr/>
          </p:nvSpPr>
          <p:spPr>
            <a:xfrm rot="20531643">
              <a:off x="7348770" y="3554407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B947A5D-A127-C2AB-D97A-CAAF383AFB7B}"/>
                    </a:ext>
                  </a:extLst>
                </p:cNvPr>
                <p:cNvSpPr txBox="1"/>
                <p:nvPr/>
              </p:nvSpPr>
              <p:spPr>
                <a:xfrm>
                  <a:off x="2607285" y="5198457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B947A5D-A127-C2AB-D97A-CAAF383AF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7285" y="5198457"/>
                  <a:ext cx="20197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182" r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C414D3-E30C-45CC-697C-15DBB75E31F5}"/>
                    </a:ext>
                  </a:extLst>
                </p:cNvPr>
                <p:cNvSpPr txBox="1"/>
                <p:nvPr/>
              </p:nvSpPr>
              <p:spPr>
                <a:xfrm>
                  <a:off x="2605682" y="4878606"/>
                  <a:ext cx="2035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en-US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2C414D3-E30C-45CC-697C-15DBB75E3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682" y="4878606"/>
                  <a:ext cx="20358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1176" t="-2174" r="-41176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2420EF-48B1-62DE-E567-F9EE77EE3C74}"/>
                  </a:ext>
                </a:extLst>
              </p:cNvPr>
              <p:cNvSpPr txBox="1"/>
              <p:nvPr/>
            </p:nvSpPr>
            <p:spPr>
              <a:xfrm>
                <a:off x="4267550" y="3122196"/>
                <a:ext cx="184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42420EF-48B1-62DE-E567-F9EE77EE3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550" y="3122196"/>
                <a:ext cx="184346" cy="276999"/>
              </a:xfrm>
              <a:prstGeom prst="rect">
                <a:avLst/>
              </a:prstGeom>
              <a:blipFill>
                <a:blip r:embed="rId6"/>
                <a:stretch>
                  <a:fillRect l="-30000" r="-3666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31C24FF-AE0A-1316-C4E5-D3005BC3E356}"/>
                  </a:ext>
                </a:extLst>
              </p:cNvPr>
              <p:cNvSpPr txBox="1"/>
              <p:nvPr/>
            </p:nvSpPr>
            <p:spPr>
              <a:xfrm rot="4297021">
                <a:off x="6859522" y="2316087"/>
                <a:ext cx="744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31C24FF-AE0A-1316-C4E5-D3005BC3E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97021">
                <a:off x="6859522" y="2316087"/>
                <a:ext cx="744626" cy="276999"/>
              </a:xfrm>
              <a:prstGeom prst="rect">
                <a:avLst/>
              </a:prstGeom>
              <a:blipFill>
                <a:blip r:embed="rId7"/>
                <a:stretch>
                  <a:fillRect l="-6024" t="-6107" b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33CF059-3E72-D16F-7735-000BA0AF77CE}"/>
                  </a:ext>
                </a:extLst>
              </p:cNvPr>
              <p:cNvSpPr txBox="1"/>
              <p:nvPr/>
            </p:nvSpPr>
            <p:spPr>
              <a:xfrm rot="20514960">
                <a:off x="4705197" y="4061858"/>
                <a:ext cx="760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33CF059-3E72-D16F-7735-000BA0AF7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14960">
                <a:off x="4705197" y="4061858"/>
                <a:ext cx="760656" cy="276999"/>
              </a:xfrm>
              <a:prstGeom prst="rect">
                <a:avLst/>
              </a:prstGeom>
              <a:blipFill>
                <a:blip r:embed="rId8"/>
                <a:stretch>
                  <a:fillRect l="-746" t="-1220" r="-2985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1F72FBD-211B-A613-15E2-699035A90677}"/>
                  </a:ext>
                </a:extLst>
              </p:cNvPr>
              <p:cNvSpPr txBox="1"/>
              <p:nvPr/>
            </p:nvSpPr>
            <p:spPr>
              <a:xfrm rot="5400000">
                <a:off x="6890585" y="4436168"/>
                <a:ext cx="1457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1F72FBD-211B-A613-15E2-699035A90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890585" y="4436168"/>
                <a:ext cx="1457194" cy="276999"/>
              </a:xfrm>
              <a:prstGeom prst="rect">
                <a:avLst/>
              </a:prstGeom>
              <a:blipFill>
                <a:blip r:embed="rId9"/>
                <a:stretch>
                  <a:fillRect l="-32609" t="-2092" r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1583C7F-539F-A195-AC1E-FDFCAF22EBE4}"/>
                  </a:ext>
                </a:extLst>
              </p:cNvPr>
              <p:cNvSpPr txBox="1"/>
              <p:nvPr/>
            </p:nvSpPr>
            <p:spPr>
              <a:xfrm>
                <a:off x="4753446" y="5492641"/>
                <a:ext cx="14732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1583C7F-539F-A195-AC1E-FDFCAF22E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46" y="5492641"/>
                <a:ext cx="1473224" cy="276999"/>
              </a:xfrm>
              <a:prstGeom prst="rect">
                <a:avLst/>
              </a:prstGeom>
              <a:blipFill>
                <a:blip r:embed="rId10"/>
                <a:stretch>
                  <a:fillRect l="-2075"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6D8CFA2-4857-FD69-EA00-7D3BCF357DA6}"/>
              </a:ext>
            </a:extLst>
          </p:cNvPr>
          <p:cNvCxnSpPr>
            <a:cxnSpLocks/>
            <a:stCxn id="100" idx="0"/>
            <a:endCxn id="76" idx="3"/>
          </p:cNvCxnSpPr>
          <p:nvPr/>
        </p:nvCxnSpPr>
        <p:spPr>
          <a:xfrm flipV="1">
            <a:off x="7057875" y="2242622"/>
            <a:ext cx="930704" cy="86418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93B3173-934C-F422-E1BF-EEE9A335A529}"/>
              </a:ext>
            </a:extLst>
          </p:cNvPr>
          <p:cNvCxnSpPr>
            <a:cxnSpLocks/>
            <a:stCxn id="100" idx="6"/>
            <a:endCxn id="76" idx="2"/>
          </p:cNvCxnSpPr>
          <p:nvPr/>
        </p:nvCxnSpPr>
        <p:spPr>
          <a:xfrm flipV="1">
            <a:off x="7565579" y="3614222"/>
            <a:ext cx="1794600" cy="29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3C487B-499E-28FC-8938-5634E48785F3}"/>
                  </a:ext>
                </a:extLst>
              </p:cNvPr>
              <p:cNvSpPr txBox="1"/>
              <p:nvPr/>
            </p:nvSpPr>
            <p:spPr>
              <a:xfrm>
                <a:off x="9402792" y="2220651"/>
                <a:ext cx="20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3C487B-499E-28FC-8938-5634E4878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792" y="2220651"/>
                <a:ext cx="201978" cy="276999"/>
              </a:xfrm>
              <a:prstGeom prst="rect">
                <a:avLst/>
              </a:prstGeom>
              <a:blipFill>
                <a:blip r:embed="rId11"/>
                <a:stretch>
                  <a:fillRect l="-17647" r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678E2B0-3AF0-3F3F-3610-CFEB3B296BF4}"/>
                  </a:ext>
                </a:extLst>
              </p:cNvPr>
              <p:cNvSpPr txBox="1"/>
              <p:nvPr/>
            </p:nvSpPr>
            <p:spPr>
              <a:xfrm>
                <a:off x="9360179" y="1820019"/>
                <a:ext cx="7534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678E2B0-3AF0-3F3F-3610-CFEB3B296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179" y="1820019"/>
                <a:ext cx="753411" cy="276999"/>
              </a:xfrm>
              <a:prstGeom prst="rect">
                <a:avLst/>
              </a:prstGeom>
              <a:blipFill>
                <a:blip r:embed="rId12"/>
                <a:stretch>
                  <a:fillRect l="-7258" r="-483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A469B59-E4DB-67C4-479B-7F004BD27C4E}"/>
                  </a:ext>
                </a:extLst>
              </p:cNvPr>
              <p:cNvSpPr txBox="1"/>
              <p:nvPr/>
            </p:nvSpPr>
            <p:spPr>
              <a:xfrm>
                <a:off x="6769168" y="2007107"/>
                <a:ext cx="201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A469B59-E4DB-67C4-479B-7F004BD27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168" y="2007107"/>
                <a:ext cx="201978" cy="276999"/>
              </a:xfrm>
              <a:prstGeom prst="rect">
                <a:avLst/>
              </a:prstGeom>
              <a:blipFill>
                <a:blip r:embed="rId13"/>
                <a:stretch>
                  <a:fillRect l="-17647" r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C655EBA-55AF-47C2-58C7-6CF5C9D0BFEE}"/>
                  </a:ext>
                </a:extLst>
              </p:cNvPr>
              <p:cNvSpPr txBox="1"/>
              <p:nvPr/>
            </p:nvSpPr>
            <p:spPr>
              <a:xfrm rot="16200000">
                <a:off x="5857888" y="2391327"/>
                <a:ext cx="14571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C655EBA-55AF-47C2-58C7-6CF5C9D0B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7888" y="2391327"/>
                <a:ext cx="1457194" cy="276999"/>
              </a:xfrm>
              <a:prstGeom prst="rect">
                <a:avLst/>
              </a:prstGeom>
              <a:blipFill>
                <a:blip r:embed="rId14"/>
                <a:stretch>
                  <a:fillRect l="-4444" r="-35556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95D77800-B442-623E-D252-86D7BA516AC5}"/>
              </a:ext>
            </a:extLst>
          </p:cNvPr>
          <p:cNvSpPr txBox="1"/>
          <p:nvPr/>
        </p:nvSpPr>
        <p:spPr>
          <a:xfrm>
            <a:off x="8320407" y="3617013"/>
            <a:ext cx="1657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*transversal angles</a:t>
            </a:r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DF5F1293-C7BC-0527-1D24-5A5777CE1916}"/>
              </a:ext>
            </a:extLst>
          </p:cNvPr>
          <p:cNvSpPr/>
          <p:nvPr/>
        </p:nvSpPr>
        <p:spPr>
          <a:xfrm>
            <a:off x="1991484" y="1559823"/>
            <a:ext cx="4735802" cy="3893726"/>
          </a:xfrm>
          <a:prstGeom prst="triangle">
            <a:avLst>
              <a:gd name="adj" fmla="val 10000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7E0B212-B691-127B-D78F-8C6D041CAFF8}"/>
              </a:ext>
            </a:extLst>
          </p:cNvPr>
          <p:cNvSpPr/>
          <p:nvPr/>
        </p:nvSpPr>
        <p:spPr>
          <a:xfrm>
            <a:off x="6550170" y="3106808"/>
            <a:ext cx="1015409" cy="10154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4D57D1D-4AFE-1761-A408-BDB2E580746A}"/>
                  </a:ext>
                </a:extLst>
              </p:cNvPr>
              <p:cNvSpPr txBox="1"/>
              <p:nvPr/>
            </p:nvSpPr>
            <p:spPr>
              <a:xfrm>
                <a:off x="8862257" y="2082152"/>
                <a:ext cx="1441164" cy="27699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4D57D1D-4AFE-1761-A408-BDB2E580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57" y="2082152"/>
                <a:ext cx="1441164" cy="276999"/>
              </a:xfrm>
              <a:prstGeom prst="rect">
                <a:avLst/>
              </a:prstGeom>
              <a:blipFill>
                <a:blip r:embed="rId15"/>
                <a:stretch>
                  <a:fillRect l="-3814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CA00AD3-8C59-682D-48B3-A0FCA916530F}"/>
                  </a:ext>
                </a:extLst>
              </p:cNvPr>
              <p:cNvSpPr txBox="1"/>
              <p:nvPr/>
            </p:nvSpPr>
            <p:spPr>
              <a:xfrm>
                <a:off x="1615064" y="5271084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CA00AD3-8C59-682D-48B3-A0FCA9165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064" y="5271084"/>
                <a:ext cx="38343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AA65973-D1A3-B4C6-3810-76163977A735}"/>
                  </a:ext>
                </a:extLst>
              </p:cNvPr>
              <p:cNvSpPr txBox="1"/>
              <p:nvPr/>
            </p:nvSpPr>
            <p:spPr>
              <a:xfrm>
                <a:off x="7398389" y="5271084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AA65973-D1A3-B4C6-3810-76163977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389" y="5271084"/>
                <a:ext cx="39786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CE8279E-F845-560A-BDAA-764AF1CE98DB}"/>
                  </a:ext>
                </a:extLst>
              </p:cNvPr>
              <p:cNvSpPr txBox="1"/>
              <p:nvPr/>
            </p:nvSpPr>
            <p:spPr>
              <a:xfrm>
                <a:off x="7460942" y="3443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CE8279E-F845-560A-BDAA-764AF1CE9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42" y="3443000"/>
                <a:ext cx="37542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F1D0CFE-A7F0-02AE-521A-498742DA8D3A}"/>
                  </a:ext>
                </a:extLst>
              </p:cNvPr>
              <p:cNvSpPr txBox="1"/>
              <p:nvPr/>
            </p:nvSpPr>
            <p:spPr>
              <a:xfrm>
                <a:off x="6452865" y="1194357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F1D0CFE-A7F0-02AE-521A-498742DA8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865" y="1194357"/>
                <a:ext cx="40427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0943EE0-2C2C-1888-9D2A-67FE5F1624C3}"/>
                  </a:ext>
                </a:extLst>
              </p:cNvPr>
              <p:cNvSpPr txBox="1"/>
              <p:nvPr/>
            </p:nvSpPr>
            <p:spPr>
              <a:xfrm>
                <a:off x="6464085" y="3437784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0943EE0-2C2C-1888-9D2A-67FE5F162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85" y="3437784"/>
                <a:ext cx="38183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61118AF-7581-FD1B-2CBB-0D66FD229874}"/>
                  </a:ext>
                </a:extLst>
              </p:cNvPr>
              <p:cNvSpPr txBox="1"/>
              <p:nvPr/>
            </p:nvSpPr>
            <p:spPr>
              <a:xfrm>
                <a:off x="6465689" y="543735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61118AF-7581-FD1B-2CBB-0D66FD229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689" y="5437357"/>
                <a:ext cx="386644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4075518-6CE8-0D6F-9661-F0C0E1253F77}"/>
                  </a:ext>
                </a:extLst>
              </p:cNvPr>
              <p:cNvSpPr txBox="1"/>
              <p:nvPr/>
            </p:nvSpPr>
            <p:spPr>
              <a:xfrm>
                <a:off x="6704101" y="3779372"/>
                <a:ext cx="378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US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4075518-6CE8-0D6F-9661-F0C0E1253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101" y="3779372"/>
                <a:ext cx="37862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33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6293-C2DD-ACD9-821D-9716B9A8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3E9BF477-3738-5CB7-9107-EE90EC8548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5976608"/>
              <a:ext cx="9144000" cy="6143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0">
                      <a:extLst>
                        <a:ext uri="{9D8B030D-6E8A-4147-A177-3AD203B41FA5}">
                          <a16:colId xmlns:a16="http://schemas.microsoft.com/office/drawing/2014/main" val="284848873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∓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∴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𝒄𝒐𝒔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𝒔𝒊𝒏</m:t>
                                    </m:r>
                                  </m:e>
                                  <m:sup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82570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∴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  <m:r>
                                  <a:rPr lang="en-US" sz="1400" b="1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b="1" dirty="0">
                            <a:solidFill>
                              <a:schemeClr val="accent6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69848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>
                <a:extLst>
                  <a:ext uri="{FF2B5EF4-FFF2-40B4-BE49-F238E27FC236}">
                    <a16:creationId xmlns:a16="http://schemas.microsoft.com/office/drawing/2014/main" id="{3E9BF477-3738-5CB7-9107-EE90EC8548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5976608"/>
              <a:ext cx="9144000" cy="6143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144000">
                      <a:extLst>
                        <a:ext uri="{9D8B030D-6E8A-4147-A177-3AD203B41FA5}">
                          <a16:colId xmlns:a16="http://schemas.microsoft.com/office/drawing/2014/main" val="2848488738"/>
                        </a:ext>
                      </a:extLst>
                    </a:gridCol>
                  </a:tblGrid>
                  <a:tr h="3095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" t="-1961" r="-200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570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3" t="-101961" r="-200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69848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4BD6FFDF-5439-C474-FB59-3F1AD77BF640}"/>
              </a:ext>
            </a:extLst>
          </p:cNvPr>
          <p:cNvSpPr txBox="1"/>
          <p:nvPr/>
        </p:nvSpPr>
        <p:spPr>
          <a:xfrm>
            <a:off x="4452956" y="405114"/>
            <a:ext cx="328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Double Trigonometric Angles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ED5B68F-89FF-00AA-9EDC-AEB43047427A}"/>
              </a:ext>
            </a:extLst>
          </p:cNvPr>
          <p:cNvGrpSpPr/>
          <p:nvPr/>
        </p:nvGrpSpPr>
        <p:grpSpPr>
          <a:xfrm>
            <a:off x="1460221" y="871022"/>
            <a:ext cx="9271558" cy="4935667"/>
            <a:chOff x="1460221" y="871022"/>
            <a:chExt cx="9271558" cy="4935667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C8760E4-2FF2-0A1E-468B-AA7D66B2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63" t="6413" r="19915" b="13587"/>
            <a:stretch>
              <a:fillRect/>
            </a:stretch>
          </p:blipFill>
          <p:spPr>
            <a:xfrm>
              <a:off x="7988579" y="871022"/>
              <a:ext cx="2743200" cy="2743200"/>
            </a:xfrm>
            <a:custGeom>
              <a:avLst/>
              <a:gdLst>
                <a:gd name="connsiteX0" fmla="*/ 2743200 w 5486400"/>
                <a:gd name="connsiteY0" fmla="*/ 0 h 5486400"/>
                <a:gd name="connsiteX1" fmla="*/ 5486400 w 5486400"/>
                <a:gd name="connsiteY1" fmla="*/ 2743200 h 5486400"/>
                <a:gd name="connsiteX2" fmla="*/ 2743200 w 5486400"/>
                <a:gd name="connsiteY2" fmla="*/ 5486400 h 5486400"/>
                <a:gd name="connsiteX3" fmla="*/ 0 w 5486400"/>
                <a:gd name="connsiteY3" fmla="*/ 2743200 h 5486400"/>
                <a:gd name="connsiteX4" fmla="*/ 2743200 w 5486400"/>
                <a:gd name="connsiteY4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5486400">
                  <a:moveTo>
                    <a:pt x="2743200" y="0"/>
                  </a:moveTo>
                  <a:cubicBezTo>
                    <a:pt x="4258228" y="0"/>
                    <a:pt x="5486400" y="1228172"/>
                    <a:pt x="5486400" y="2743200"/>
                  </a:cubicBezTo>
                  <a:cubicBezTo>
                    <a:pt x="5486400" y="4258228"/>
                    <a:pt x="4258228" y="5486400"/>
                    <a:pt x="2743200" y="5486400"/>
                  </a:cubicBezTo>
                  <a:cubicBezTo>
                    <a:pt x="1228172" y="5486400"/>
                    <a:pt x="0" y="4258228"/>
                    <a:pt x="0" y="2743200"/>
                  </a:cubicBezTo>
                  <a:cubicBezTo>
                    <a:pt x="0" y="1228172"/>
                    <a:pt x="1228172" y="0"/>
                    <a:pt x="2743200" y="0"/>
                  </a:cubicBez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</p:pic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10C1FCBD-254B-0A3C-CB5C-5742E5F7DA71}"/>
                </a:ext>
              </a:extLst>
            </p:cNvPr>
            <p:cNvSpPr/>
            <p:nvPr/>
          </p:nvSpPr>
          <p:spPr>
            <a:xfrm>
              <a:off x="1965602" y="3640356"/>
              <a:ext cx="5486400" cy="1828800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4C28E95-2012-33A0-8CAE-8324EE68DB1F}"/>
                </a:ext>
              </a:extLst>
            </p:cNvPr>
            <p:cNvSpPr/>
            <p:nvPr/>
          </p:nvSpPr>
          <p:spPr>
            <a:xfrm rot="20497015">
              <a:off x="1460221" y="2376975"/>
              <a:ext cx="5789387" cy="2220330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4B50C6F-7E15-A231-C6FF-9CA9FB352C64}"/>
                </a:ext>
              </a:extLst>
            </p:cNvPr>
            <p:cNvCxnSpPr>
              <a:cxnSpLocks/>
              <a:stCxn id="78" idx="0"/>
            </p:cNvCxnSpPr>
            <p:nvPr/>
          </p:nvCxnSpPr>
          <p:spPr>
            <a:xfrm flipH="1">
              <a:off x="6739532" y="1520731"/>
              <a:ext cx="12246" cy="39484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A29686E-3DC2-4BFD-EBFA-95355DFB3AA0}"/>
                </a:ext>
              </a:extLst>
            </p:cNvPr>
            <p:cNvSpPr/>
            <p:nvPr/>
          </p:nvSpPr>
          <p:spPr>
            <a:xfrm>
              <a:off x="7360561" y="5374709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222F5A9-BF45-BD54-C715-8964C75D06CC}"/>
                </a:ext>
              </a:extLst>
            </p:cNvPr>
            <p:cNvSpPr/>
            <p:nvPr/>
          </p:nvSpPr>
          <p:spPr>
            <a:xfrm>
              <a:off x="6648092" y="5368409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9E9CC09-B375-B250-757B-86B5F4690363}"/>
                </a:ext>
              </a:extLst>
            </p:cNvPr>
            <p:cNvSpPr/>
            <p:nvPr/>
          </p:nvSpPr>
          <p:spPr>
            <a:xfrm rot="20531643">
              <a:off x="7348770" y="3554407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AF6629C-4A76-E517-41A9-4DE856885C29}"/>
                </a:ext>
              </a:extLst>
            </p:cNvPr>
            <p:cNvCxnSpPr>
              <a:cxnSpLocks/>
              <a:stCxn id="78" idx="3"/>
            </p:cNvCxnSpPr>
            <p:nvPr/>
          </p:nvCxnSpPr>
          <p:spPr>
            <a:xfrm flipH="1">
              <a:off x="6739532" y="3627756"/>
              <a:ext cx="712469" cy="1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81D9289-0FED-9E83-D555-0D7775099150}"/>
                </a:ext>
              </a:extLst>
            </p:cNvPr>
            <p:cNvSpPr/>
            <p:nvPr/>
          </p:nvSpPr>
          <p:spPr>
            <a:xfrm>
              <a:off x="6751778" y="3542616"/>
              <a:ext cx="91440" cy="91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933A41B2-91E8-2493-B97A-8EB969DC8DF1}"/>
                    </a:ext>
                  </a:extLst>
                </p:cNvPr>
                <p:cNvSpPr txBox="1"/>
                <p:nvPr/>
              </p:nvSpPr>
              <p:spPr>
                <a:xfrm>
                  <a:off x="2607285" y="5198457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933A41B2-91E8-2493-B97A-8EB969DC8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7285" y="5198457"/>
                  <a:ext cx="201978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8182" r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C0F30F23-E54A-3C26-DF29-43DBBCADA8AA}"/>
                    </a:ext>
                  </a:extLst>
                </p:cNvPr>
                <p:cNvSpPr txBox="1"/>
                <p:nvPr/>
              </p:nvSpPr>
              <p:spPr>
                <a:xfrm>
                  <a:off x="2605682" y="4878606"/>
                  <a:ext cx="2035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en-US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C0F30F23-E54A-3C26-DF29-43DBBCADA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5682" y="4878606"/>
                  <a:ext cx="20358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1176" t="-2174" r="-41176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1DF416C-1165-64FD-4A0D-8C9F3AB60D38}"/>
                    </a:ext>
                  </a:extLst>
                </p:cNvPr>
                <p:cNvSpPr txBox="1"/>
                <p:nvPr/>
              </p:nvSpPr>
              <p:spPr>
                <a:xfrm>
                  <a:off x="4267550" y="3122196"/>
                  <a:ext cx="1843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1DF416C-1165-64FD-4A0D-8C9F3AB60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7550" y="3122196"/>
                  <a:ext cx="18434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0000" r="-3666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C4D9F4A-740C-775C-DBC3-BD99D16FB7AD}"/>
                    </a:ext>
                  </a:extLst>
                </p:cNvPr>
                <p:cNvSpPr txBox="1"/>
                <p:nvPr/>
              </p:nvSpPr>
              <p:spPr>
                <a:xfrm rot="4297021">
                  <a:off x="6859522" y="2316087"/>
                  <a:ext cx="7446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C4D9F4A-740C-775C-DBC3-BD99D16FB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297021">
                  <a:off x="6859522" y="2316087"/>
                  <a:ext cx="74462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6024" t="-6107" b="-2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E5811B4-367A-B036-D217-A782E16E258D}"/>
                    </a:ext>
                  </a:extLst>
                </p:cNvPr>
                <p:cNvSpPr txBox="1"/>
                <p:nvPr/>
              </p:nvSpPr>
              <p:spPr>
                <a:xfrm rot="20514960">
                  <a:off x="4705197" y="4061858"/>
                  <a:ext cx="7606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E5811B4-367A-B036-D217-A782E16E2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14960">
                  <a:off x="4705197" y="4061858"/>
                  <a:ext cx="76065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746" t="-1220" r="-2985" b="-12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16C2526-534C-6207-DBDA-2EB1FC7BDC30}"/>
                    </a:ext>
                  </a:extLst>
                </p:cNvPr>
                <p:cNvSpPr txBox="1"/>
                <p:nvPr/>
              </p:nvSpPr>
              <p:spPr>
                <a:xfrm rot="5400000">
                  <a:off x="6890585" y="4436168"/>
                  <a:ext cx="1457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16C2526-534C-6207-DBDA-2EB1FC7BDC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890585" y="4436168"/>
                  <a:ext cx="145719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2609" t="-2092" r="-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CD18384-8E74-4AAB-01BF-D1EAC48BC237}"/>
                    </a:ext>
                  </a:extLst>
                </p:cNvPr>
                <p:cNvSpPr txBox="1"/>
                <p:nvPr/>
              </p:nvSpPr>
              <p:spPr>
                <a:xfrm>
                  <a:off x="4753446" y="5492641"/>
                  <a:ext cx="14732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BCD18384-8E74-4AAB-01BF-D1EAC48BC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3446" y="5492641"/>
                  <a:ext cx="147322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075" t="-2222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66AE73C-75FB-D5B7-77E4-E11C42C3E59B}"/>
                </a:ext>
              </a:extLst>
            </p:cNvPr>
            <p:cNvCxnSpPr>
              <a:cxnSpLocks/>
              <a:stCxn id="100" idx="0"/>
              <a:endCxn id="76" idx="3"/>
            </p:cNvCxnSpPr>
            <p:nvPr/>
          </p:nvCxnSpPr>
          <p:spPr>
            <a:xfrm flipV="1">
              <a:off x="7057875" y="2242622"/>
              <a:ext cx="930704" cy="86418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08E9B8A-F8AE-969E-3F16-6A27F026C3A2}"/>
                </a:ext>
              </a:extLst>
            </p:cNvPr>
            <p:cNvCxnSpPr>
              <a:cxnSpLocks/>
              <a:stCxn id="100" idx="6"/>
              <a:endCxn id="76" idx="2"/>
            </p:cNvCxnSpPr>
            <p:nvPr/>
          </p:nvCxnSpPr>
          <p:spPr>
            <a:xfrm flipV="1">
              <a:off x="7565579" y="3614222"/>
              <a:ext cx="1794600" cy="29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4C02B9-EC5B-9498-26D5-C64262E15668}"/>
                    </a:ext>
                  </a:extLst>
                </p:cNvPr>
                <p:cNvSpPr txBox="1"/>
                <p:nvPr/>
              </p:nvSpPr>
              <p:spPr>
                <a:xfrm>
                  <a:off x="9402792" y="2220651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4C02B9-EC5B-9498-26D5-C64262E15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2792" y="2220651"/>
                  <a:ext cx="20197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55A3221-4B3D-D54C-A4E0-00C8F7F86704}"/>
                    </a:ext>
                  </a:extLst>
                </p:cNvPr>
                <p:cNvSpPr txBox="1"/>
                <p:nvPr/>
              </p:nvSpPr>
              <p:spPr>
                <a:xfrm>
                  <a:off x="9360179" y="1820019"/>
                  <a:ext cx="7534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55A3221-4B3D-D54C-A4E0-00C8F7F867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179" y="1820019"/>
                  <a:ext cx="75341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7258" r="-4839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286280C-F936-6106-2208-3B22D60454DD}"/>
                    </a:ext>
                  </a:extLst>
                </p:cNvPr>
                <p:cNvSpPr txBox="1"/>
                <p:nvPr/>
              </p:nvSpPr>
              <p:spPr>
                <a:xfrm>
                  <a:off x="6769168" y="2007107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286280C-F936-6106-2208-3B22D6045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9168" y="2007107"/>
                  <a:ext cx="20197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B8B9CCE-3E6A-00E8-79D7-C2A3DAB0FD21}"/>
                    </a:ext>
                  </a:extLst>
                </p:cNvPr>
                <p:cNvSpPr txBox="1"/>
                <p:nvPr/>
              </p:nvSpPr>
              <p:spPr>
                <a:xfrm rot="16200000">
                  <a:off x="5857888" y="2391327"/>
                  <a:ext cx="14571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𝒄𝒐𝒔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B8B9CCE-3E6A-00E8-79D7-C2A3DAB0F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57888" y="2391327"/>
                  <a:ext cx="1457194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4444" r="-35556"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243299A-4D8D-4E02-6176-10DC72409334}"/>
                </a:ext>
              </a:extLst>
            </p:cNvPr>
            <p:cNvSpPr txBox="1"/>
            <p:nvPr/>
          </p:nvSpPr>
          <p:spPr>
            <a:xfrm>
              <a:off x="8320407" y="3617013"/>
              <a:ext cx="16575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FF0000"/>
                  </a:solidFill>
                </a:rPr>
                <a:t>*transversal angles</a:t>
              </a:r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2B90ECC8-7151-7ABA-C8E5-9BA9B140C184}"/>
                </a:ext>
              </a:extLst>
            </p:cNvPr>
            <p:cNvSpPr/>
            <p:nvPr/>
          </p:nvSpPr>
          <p:spPr>
            <a:xfrm>
              <a:off x="1991484" y="1559823"/>
              <a:ext cx="4735802" cy="3893726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5F74B69-FAA8-C825-4867-CAF6EB5F9373}"/>
                </a:ext>
              </a:extLst>
            </p:cNvPr>
            <p:cNvSpPr/>
            <p:nvPr/>
          </p:nvSpPr>
          <p:spPr>
            <a:xfrm>
              <a:off x="6550170" y="3106808"/>
              <a:ext cx="1015409" cy="101540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639D5ED-4646-1D97-244E-78F97BF75906}"/>
                    </a:ext>
                  </a:extLst>
                </p:cNvPr>
                <p:cNvSpPr txBox="1"/>
                <p:nvPr/>
              </p:nvSpPr>
              <p:spPr>
                <a:xfrm>
                  <a:off x="8862257" y="2082152"/>
                  <a:ext cx="1441164" cy="276999"/>
                </a:xfrm>
                <a:prstGeom prst="rect">
                  <a:avLst/>
                </a:prstGeom>
                <a:solidFill>
                  <a:srgbClr val="FFFFFF">
                    <a:alpha val="50196"/>
                  </a:srgb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𝒔𝒊𝒏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639D5ED-4646-1D97-244E-78F97BF75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2257" y="2082152"/>
                  <a:ext cx="1441164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814" t="-4444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D75448EF-3ED5-8508-F585-2E4C54CE9D2A}"/>
                    </a:ext>
                  </a:extLst>
                </p:cNvPr>
                <p:cNvSpPr txBox="1"/>
                <p:nvPr/>
              </p:nvSpPr>
              <p:spPr>
                <a:xfrm>
                  <a:off x="1615064" y="5271084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D75448EF-3ED5-8508-F585-2E4C54CE9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064" y="5271084"/>
                  <a:ext cx="38343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F2F9779-F9F2-3458-040D-C826C8EC76CE}"/>
                    </a:ext>
                  </a:extLst>
                </p:cNvPr>
                <p:cNvSpPr txBox="1"/>
                <p:nvPr/>
              </p:nvSpPr>
              <p:spPr>
                <a:xfrm>
                  <a:off x="7398389" y="5271084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F2F9779-F9F2-3458-040D-C826C8EC7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8389" y="5271084"/>
                  <a:ext cx="39786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B60B5C0E-F8C2-4CD7-EEE8-1AAD3418907C}"/>
                    </a:ext>
                  </a:extLst>
                </p:cNvPr>
                <p:cNvSpPr txBox="1"/>
                <p:nvPr/>
              </p:nvSpPr>
              <p:spPr>
                <a:xfrm>
                  <a:off x="7460942" y="34430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B60B5C0E-F8C2-4CD7-EEE8-1AAD341890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0942" y="3443000"/>
                  <a:ext cx="37542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09DB9A09-DBDF-F7AF-8BF5-F38BEEFCE5A3}"/>
                    </a:ext>
                  </a:extLst>
                </p:cNvPr>
                <p:cNvSpPr txBox="1"/>
                <p:nvPr/>
              </p:nvSpPr>
              <p:spPr>
                <a:xfrm>
                  <a:off x="6452865" y="1194357"/>
                  <a:ext cx="4042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09DB9A09-DBDF-F7AF-8BF5-F38BEEFCE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865" y="1194357"/>
                  <a:ext cx="40427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2C11C69-E4F0-3258-DE62-17CEFE18D10E}"/>
                    </a:ext>
                  </a:extLst>
                </p:cNvPr>
                <p:cNvSpPr txBox="1"/>
                <p:nvPr/>
              </p:nvSpPr>
              <p:spPr>
                <a:xfrm>
                  <a:off x="6464085" y="3437784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2C11C69-E4F0-3258-DE62-17CEFE18D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4085" y="3437784"/>
                  <a:ext cx="38183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198F4ED-CB57-3416-408C-7325D40A6334}"/>
                    </a:ext>
                  </a:extLst>
                </p:cNvPr>
                <p:cNvSpPr txBox="1"/>
                <p:nvPr/>
              </p:nvSpPr>
              <p:spPr>
                <a:xfrm>
                  <a:off x="6465689" y="5437357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A198F4ED-CB57-3416-408C-7325D40A6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5689" y="5437357"/>
                  <a:ext cx="38664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7CC646E-888D-B56C-ECB6-A955D76814DE}"/>
                    </a:ext>
                  </a:extLst>
                </p:cNvPr>
                <p:cNvSpPr txBox="1"/>
                <p:nvPr/>
              </p:nvSpPr>
              <p:spPr>
                <a:xfrm>
                  <a:off x="6704101" y="3779372"/>
                  <a:ext cx="3786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oMath>
                    </m:oMathPara>
                  </a14:m>
                  <a:endParaRPr lang="en-US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7CC646E-888D-B56C-ECB6-A955D7681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4101" y="3779372"/>
                  <a:ext cx="37862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958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290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Flores</dc:creator>
  <cp:lastModifiedBy>Andres Flores</cp:lastModifiedBy>
  <cp:revision>1</cp:revision>
  <dcterms:created xsi:type="dcterms:W3CDTF">2025-10-24T15:21:08Z</dcterms:created>
  <dcterms:modified xsi:type="dcterms:W3CDTF">2026-05-25T18:35:53Z</dcterms:modified>
</cp:coreProperties>
</file>