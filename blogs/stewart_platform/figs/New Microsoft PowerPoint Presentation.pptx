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63" r:id="rId3"/>
    <p:sldId id="260" r:id="rId4"/>
    <p:sldId id="261" r:id="rId5"/>
    <p:sldId id="262" r:id="rId6"/>
    <p:sldId id="268" r:id="rId7"/>
    <p:sldId id="269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2FFF"/>
    <a:srgbClr val="7FFD02"/>
    <a:srgbClr val="A7BE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C26F2D-22B7-45A2-9BD4-B0415EFC7705}" v="227" dt="2026-05-24T02:45:02.0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s Flores" userId="cbb745aa252d2737" providerId="LiveId" clId="{5B02DD72-2521-4955-B22A-9213A9536617}"/>
    <pc:docChg chg="undo redo custSel addSld delSld modSld sldOrd">
      <pc:chgData name="Andres Flores" userId="cbb745aa252d2737" providerId="LiveId" clId="{5B02DD72-2521-4955-B22A-9213A9536617}" dt="2026-05-24T02:45:02.922" v="1154" actId="21"/>
      <pc:docMkLst>
        <pc:docMk/>
      </pc:docMkLst>
      <pc:sldChg chg="addSp delSp modSp new mod">
        <pc:chgData name="Andres Flores" userId="cbb745aa252d2737" providerId="LiveId" clId="{5B02DD72-2521-4955-B22A-9213A9536617}" dt="2026-04-25T05:51:50.938" v="71" actId="208"/>
        <pc:sldMkLst>
          <pc:docMk/>
          <pc:sldMk cId="921176390" sldId="257"/>
        </pc:sldMkLst>
        <pc:spChg chg="add mod">
          <ac:chgData name="Andres Flores" userId="cbb745aa252d2737" providerId="LiveId" clId="{5B02DD72-2521-4955-B22A-9213A9536617}" dt="2026-04-25T05:51:43.362" v="70" actId="207"/>
          <ac:spMkLst>
            <pc:docMk/>
            <pc:sldMk cId="921176390" sldId="257"/>
            <ac:spMk id="7" creationId="{75D19AB8-E42E-3BF9-E210-56659AA2EBAA}"/>
          </ac:spMkLst>
        </pc:spChg>
        <pc:grpChg chg="add mod">
          <ac:chgData name="Andres Flores" userId="cbb745aa252d2737" providerId="LiveId" clId="{5B02DD72-2521-4955-B22A-9213A9536617}" dt="2026-04-25T05:51:43.362" v="70" actId="207"/>
          <ac:grpSpMkLst>
            <pc:docMk/>
            <pc:sldMk cId="921176390" sldId="257"/>
            <ac:grpSpMk id="8" creationId="{C92B9A3A-CEE5-3370-94BA-E62D2EF414C4}"/>
          </ac:grpSpMkLst>
        </pc:grpChg>
        <pc:picChg chg="mod">
          <ac:chgData name="Andres Flores" userId="cbb745aa252d2737" providerId="LiveId" clId="{5B02DD72-2521-4955-B22A-9213A9536617}" dt="2026-04-25T05:51:50.938" v="71" actId="208"/>
          <ac:picMkLst>
            <pc:docMk/>
            <pc:sldMk cId="921176390" sldId="257"/>
            <ac:picMk id="6" creationId="{2DEB4846-575B-7078-A2B5-0EBD9F68DE5B}"/>
          </ac:picMkLst>
        </pc:picChg>
      </pc:sldChg>
      <pc:sldChg chg="addSp delSp modSp add mod">
        <pc:chgData name="Andres Flores" userId="cbb745aa252d2737" providerId="LiveId" clId="{5B02DD72-2521-4955-B22A-9213A9536617}" dt="2026-04-30T23:33:48.782" v="682" actId="21"/>
        <pc:sldMkLst>
          <pc:docMk/>
          <pc:sldMk cId="1714662716" sldId="260"/>
        </pc:sldMkLst>
        <pc:spChg chg="add mod topLvl">
          <ac:chgData name="Andres Flores" userId="cbb745aa252d2737" providerId="LiveId" clId="{5B02DD72-2521-4955-B22A-9213A9536617}" dt="2026-04-30T23:32:10.867" v="659" actId="164"/>
          <ac:spMkLst>
            <pc:docMk/>
            <pc:sldMk cId="1714662716" sldId="260"/>
            <ac:spMk id="2" creationId="{3703694A-907E-2019-8A7B-302AC6969645}"/>
          </ac:spMkLst>
        </pc:spChg>
        <pc:spChg chg="add mod topLvl">
          <ac:chgData name="Andres Flores" userId="cbb745aa252d2737" providerId="LiveId" clId="{5B02DD72-2521-4955-B22A-9213A9536617}" dt="2026-04-30T23:32:10.867" v="659" actId="164"/>
          <ac:spMkLst>
            <pc:docMk/>
            <pc:sldMk cId="1714662716" sldId="260"/>
            <ac:spMk id="4" creationId="{5CA2933A-B6B0-1F9D-0C88-CBEF5908945D}"/>
          </ac:spMkLst>
        </pc:spChg>
        <pc:spChg chg="add mod topLvl">
          <ac:chgData name="Andres Flores" userId="cbb745aa252d2737" providerId="LiveId" clId="{5B02DD72-2521-4955-B22A-9213A9536617}" dt="2026-04-30T23:32:10.867" v="659" actId="164"/>
          <ac:spMkLst>
            <pc:docMk/>
            <pc:sldMk cId="1714662716" sldId="260"/>
            <ac:spMk id="6" creationId="{5A0346A7-1760-2913-58A1-6D655DD4BB8C}"/>
          </ac:spMkLst>
        </pc:spChg>
        <pc:spChg chg="mod topLvl">
          <ac:chgData name="Andres Flores" userId="cbb745aa252d2737" providerId="LiveId" clId="{5B02DD72-2521-4955-B22A-9213A9536617}" dt="2026-04-30T23:32:10.867" v="659" actId="164"/>
          <ac:spMkLst>
            <pc:docMk/>
            <pc:sldMk cId="1714662716" sldId="260"/>
            <ac:spMk id="18" creationId="{2EE686DA-DC69-3247-E875-2DC94EB9DDCA}"/>
          </ac:spMkLst>
        </pc:spChg>
        <pc:spChg chg="mod topLvl">
          <ac:chgData name="Andres Flores" userId="cbb745aa252d2737" providerId="LiveId" clId="{5B02DD72-2521-4955-B22A-9213A9536617}" dt="2026-04-30T23:32:10.867" v="659" actId="164"/>
          <ac:spMkLst>
            <pc:docMk/>
            <pc:sldMk cId="1714662716" sldId="260"/>
            <ac:spMk id="19" creationId="{610356C2-BB61-8D5F-0764-ABD65DED6F7F}"/>
          </ac:spMkLst>
        </pc:spChg>
        <pc:grpChg chg="add mod">
          <ac:chgData name="Andres Flores" userId="cbb745aa252d2737" providerId="LiveId" clId="{5B02DD72-2521-4955-B22A-9213A9536617}" dt="2026-04-30T23:33:44.183" v="679" actId="164"/>
          <ac:grpSpMkLst>
            <pc:docMk/>
            <pc:sldMk cId="1714662716" sldId="260"/>
            <ac:grpSpMk id="7" creationId="{5DB82FE0-F6C9-9CFF-94E8-2725922F211E}"/>
          </ac:grpSpMkLst>
        </pc:grpChg>
        <pc:grpChg chg="mod topLvl">
          <ac:chgData name="Andres Flores" userId="cbb745aa252d2737" providerId="LiveId" clId="{5B02DD72-2521-4955-B22A-9213A9536617}" dt="2026-04-30T23:32:10.867" v="659" actId="164"/>
          <ac:grpSpMkLst>
            <pc:docMk/>
            <pc:sldMk cId="1714662716" sldId="260"/>
            <ac:grpSpMk id="17" creationId="{5744054D-A540-7071-2861-DF86E3A7B863}"/>
          </ac:grpSpMkLst>
        </pc:grpChg>
        <pc:grpChg chg="add mod">
          <ac:chgData name="Andres Flores" userId="cbb745aa252d2737" providerId="LiveId" clId="{5B02DD72-2521-4955-B22A-9213A9536617}" dt="2026-04-30T23:33:44.183" v="679" actId="164"/>
          <ac:grpSpMkLst>
            <pc:docMk/>
            <pc:sldMk cId="1714662716" sldId="260"/>
            <ac:grpSpMk id="28" creationId="{3120F483-FBC1-897B-5784-C0E27FC8EC14}"/>
          </ac:grpSpMkLst>
        </pc:grpChg>
        <pc:picChg chg="add mod ord">
          <ac:chgData name="Andres Flores" userId="cbb745aa252d2737" providerId="LiveId" clId="{5B02DD72-2521-4955-B22A-9213A9536617}" dt="2026-04-30T23:33:44.183" v="679" actId="164"/>
          <ac:picMkLst>
            <pc:docMk/>
            <pc:sldMk cId="1714662716" sldId="260"/>
            <ac:picMk id="27" creationId="{AB3312AE-EB93-DF3F-E9F9-A699AE5B172C}"/>
          </ac:picMkLst>
        </pc:picChg>
        <pc:cxnChg chg="mod">
          <ac:chgData name="Andres Flores" userId="cbb745aa252d2737" providerId="LiveId" clId="{5B02DD72-2521-4955-B22A-9213A9536617}" dt="2026-04-29T22:42:50.573" v="593" actId="165"/>
          <ac:cxnSpMkLst>
            <pc:docMk/>
            <pc:sldMk cId="1714662716" sldId="260"/>
            <ac:cxnSpMk id="21" creationId="{C540973D-3139-DC4C-46E4-67A4F89E5573}"/>
          </ac:cxnSpMkLst>
        </pc:cxnChg>
        <pc:cxnChg chg="mod">
          <ac:chgData name="Andres Flores" userId="cbb745aa252d2737" providerId="LiveId" clId="{5B02DD72-2521-4955-B22A-9213A9536617}" dt="2026-04-30T23:32:10.867" v="659" actId="164"/>
          <ac:cxnSpMkLst>
            <pc:docMk/>
            <pc:sldMk cId="1714662716" sldId="260"/>
            <ac:cxnSpMk id="80" creationId="{0AD30871-5087-A261-58D3-74951D3D6B54}"/>
          </ac:cxnSpMkLst>
        </pc:cxnChg>
        <pc:cxnChg chg="mod topLvl">
          <ac:chgData name="Andres Flores" userId="cbb745aa252d2737" providerId="LiveId" clId="{5B02DD72-2521-4955-B22A-9213A9536617}" dt="2026-04-30T23:32:10.867" v="659" actId="164"/>
          <ac:cxnSpMkLst>
            <pc:docMk/>
            <pc:sldMk cId="1714662716" sldId="260"/>
            <ac:cxnSpMk id="84" creationId="{8579FAF6-5E70-E0C1-ACD6-1779CDF20311}"/>
          </ac:cxnSpMkLst>
        </pc:cxnChg>
        <pc:cxnChg chg="mod">
          <ac:chgData name="Andres Flores" userId="cbb745aa252d2737" providerId="LiveId" clId="{5B02DD72-2521-4955-B22A-9213A9536617}" dt="2026-04-30T23:32:10.867" v="659" actId="164"/>
          <ac:cxnSpMkLst>
            <pc:docMk/>
            <pc:sldMk cId="1714662716" sldId="260"/>
            <ac:cxnSpMk id="87" creationId="{125794D8-D81B-334F-B827-15165DACD56D}"/>
          </ac:cxnSpMkLst>
        </pc:cxnChg>
      </pc:sldChg>
      <pc:sldChg chg="addSp delSp modSp add mod ord">
        <pc:chgData name="Andres Flores" userId="cbb745aa252d2737" providerId="LiveId" clId="{5B02DD72-2521-4955-B22A-9213A9536617}" dt="2026-04-30T23:34:06.321" v="685" actId="21"/>
        <pc:sldMkLst>
          <pc:docMk/>
          <pc:sldMk cId="3908997221" sldId="261"/>
        </pc:sldMkLst>
        <pc:spChg chg="mod topLvl">
          <ac:chgData name="Andres Flores" userId="cbb745aa252d2737" providerId="LiveId" clId="{5B02DD72-2521-4955-B22A-9213A9536617}" dt="2026-04-30T23:32:33.838" v="665" actId="164"/>
          <ac:spMkLst>
            <pc:docMk/>
            <pc:sldMk cId="3908997221" sldId="261"/>
            <ac:spMk id="75" creationId="{A00C20AB-EF14-3CB3-069B-8C0925E6DFA3}"/>
          </ac:spMkLst>
        </pc:spChg>
        <pc:spChg chg="mod topLvl">
          <ac:chgData name="Andres Flores" userId="cbb745aa252d2737" providerId="LiveId" clId="{5B02DD72-2521-4955-B22A-9213A9536617}" dt="2026-04-30T23:32:33.838" v="665" actId="164"/>
          <ac:spMkLst>
            <pc:docMk/>
            <pc:sldMk cId="3908997221" sldId="261"/>
            <ac:spMk id="76" creationId="{F9BC3368-AD27-C46E-6348-DF9C183FE458}"/>
          </ac:spMkLst>
        </pc:spChg>
        <pc:spChg chg="mod topLvl">
          <ac:chgData name="Andres Flores" userId="cbb745aa252d2737" providerId="LiveId" clId="{5B02DD72-2521-4955-B22A-9213A9536617}" dt="2026-04-30T23:32:33.838" v="665" actId="164"/>
          <ac:spMkLst>
            <pc:docMk/>
            <pc:sldMk cId="3908997221" sldId="261"/>
            <ac:spMk id="79" creationId="{E4B983B5-AF42-A467-4642-89A6FC6BDD66}"/>
          </ac:spMkLst>
        </pc:spChg>
        <pc:spChg chg="mod topLvl">
          <ac:chgData name="Andres Flores" userId="cbb745aa252d2737" providerId="LiveId" clId="{5B02DD72-2521-4955-B22A-9213A9536617}" dt="2026-04-30T23:32:33.838" v="665" actId="164"/>
          <ac:spMkLst>
            <pc:docMk/>
            <pc:sldMk cId="3908997221" sldId="261"/>
            <ac:spMk id="81" creationId="{4717C273-8D52-1716-0F22-90936F14C758}"/>
          </ac:spMkLst>
        </pc:spChg>
        <pc:grpChg chg="add mod">
          <ac:chgData name="Andres Flores" userId="cbb745aa252d2737" providerId="LiveId" clId="{5B02DD72-2521-4955-B22A-9213A9536617}" dt="2026-04-30T23:32:40.742" v="668" actId="164"/>
          <ac:grpSpMkLst>
            <pc:docMk/>
            <pc:sldMk cId="3908997221" sldId="261"/>
            <ac:grpSpMk id="2" creationId="{CC792A3D-0333-2A49-2EF1-B1EEF261D069}"/>
          </ac:grpSpMkLst>
        </pc:grpChg>
        <pc:grpChg chg="add mod">
          <ac:chgData name="Andres Flores" userId="cbb745aa252d2737" providerId="LiveId" clId="{5B02DD72-2521-4955-B22A-9213A9536617}" dt="2026-04-30T23:33:24.289" v="677" actId="1076"/>
          <ac:grpSpMkLst>
            <pc:docMk/>
            <pc:sldMk cId="3908997221" sldId="261"/>
            <ac:grpSpMk id="4" creationId="{EC62B24A-92DE-5733-A705-8ABC3208A312}"/>
          </ac:grpSpMkLst>
        </pc:grpChg>
        <pc:grpChg chg="mod topLvl">
          <ac:chgData name="Andres Flores" userId="cbb745aa252d2737" providerId="LiveId" clId="{5B02DD72-2521-4955-B22A-9213A9536617}" dt="2026-04-30T23:32:33.838" v="665" actId="164"/>
          <ac:grpSpMkLst>
            <pc:docMk/>
            <pc:sldMk cId="3908997221" sldId="261"/>
            <ac:grpSpMk id="74" creationId="{DA246A45-C205-6BEF-BDCE-E4DE6BB7AA62}"/>
          </ac:grpSpMkLst>
        </pc:grpChg>
        <pc:picChg chg="add mod ord">
          <ac:chgData name="Andres Flores" userId="cbb745aa252d2737" providerId="LiveId" clId="{5B02DD72-2521-4955-B22A-9213A9536617}" dt="2026-04-30T23:32:40.742" v="668" actId="164"/>
          <ac:picMkLst>
            <pc:docMk/>
            <pc:sldMk cId="3908997221" sldId="261"/>
            <ac:picMk id="3" creationId="{04F47FC2-0E03-0FC7-47C0-1BA061CCB87F}"/>
          </ac:picMkLst>
        </pc:picChg>
        <pc:cxnChg chg="mod topLvl">
          <ac:chgData name="Andres Flores" userId="cbb745aa252d2737" providerId="LiveId" clId="{5B02DD72-2521-4955-B22A-9213A9536617}" dt="2026-04-30T23:32:33.838" v="665" actId="164"/>
          <ac:cxnSpMkLst>
            <pc:docMk/>
            <pc:sldMk cId="3908997221" sldId="261"/>
            <ac:cxnSpMk id="77" creationId="{561E618B-9445-2A5E-6B24-A5DC8AC03ADD}"/>
          </ac:cxnSpMkLst>
        </pc:cxnChg>
        <pc:cxnChg chg="mod topLvl">
          <ac:chgData name="Andres Flores" userId="cbb745aa252d2737" providerId="LiveId" clId="{5B02DD72-2521-4955-B22A-9213A9536617}" dt="2026-04-30T23:32:33.838" v="665" actId="164"/>
          <ac:cxnSpMkLst>
            <pc:docMk/>
            <pc:sldMk cId="3908997221" sldId="261"/>
            <ac:cxnSpMk id="78" creationId="{B3FB82E1-116C-9DDD-930F-6D8AA34C8A26}"/>
          </ac:cxnSpMkLst>
        </pc:cxnChg>
        <pc:cxnChg chg="mod">
          <ac:chgData name="Andres Flores" userId="cbb745aa252d2737" providerId="LiveId" clId="{5B02DD72-2521-4955-B22A-9213A9536617}" dt="2026-04-30T23:32:25.194" v="662" actId="165"/>
          <ac:cxnSpMkLst>
            <pc:docMk/>
            <pc:sldMk cId="3908997221" sldId="261"/>
            <ac:cxnSpMk id="82" creationId="{3F02A3C3-4034-C4E8-74D3-E15C9F9CF1CF}"/>
          </ac:cxnSpMkLst>
        </pc:cxnChg>
        <pc:cxnChg chg="mod">
          <ac:chgData name="Andres Flores" userId="cbb745aa252d2737" providerId="LiveId" clId="{5B02DD72-2521-4955-B22A-9213A9536617}" dt="2026-04-26T22:55:13.325" v="554"/>
          <ac:cxnSpMkLst>
            <pc:docMk/>
            <pc:sldMk cId="3908997221" sldId="261"/>
            <ac:cxnSpMk id="83" creationId="{1C0B4A80-31DE-DF0B-1A9E-90CC2BCB3144}"/>
          </ac:cxnSpMkLst>
        </pc:cxnChg>
      </pc:sldChg>
      <pc:sldChg chg="addSp delSp modSp add mod ord">
        <pc:chgData name="Andres Flores" userId="cbb745aa252d2737" providerId="LiveId" clId="{5B02DD72-2521-4955-B22A-9213A9536617}" dt="2026-04-30T23:33:20.265" v="675" actId="164"/>
        <pc:sldMkLst>
          <pc:docMk/>
          <pc:sldMk cId="3393695752" sldId="262"/>
        </pc:sldMkLst>
        <pc:spChg chg="add mod">
          <ac:chgData name="Andres Flores" userId="cbb745aa252d2737" providerId="LiveId" clId="{5B02DD72-2521-4955-B22A-9213A9536617}" dt="2026-04-26T22:38:08.091" v="433" actId="113"/>
          <ac:spMkLst>
            <pc:docMk/>
            <pc:sldMk cId="3393695752" sldId="262"/>
            <ac:spMk id="2" creationId="{6ED5053F-AB43-15C1-CFA3-FFC7C9DB8CE1}"/>
          </ac:spMkLst>
        </pc:spChg>
        <pc:spChg chg="add mod">
          <ac:chgData name="Andres Flores" userId="cbb745aa252d2737" providerId="LiveId" clId="{5B02DD72-2521-4955-B22A-9213A9536617}" dt="2026-04-26T22:38:08.091" v="433" actId="113"/>
          <ac:spMkLst>
            <pc:docMk/>
            <pc:sldMk cId="3393695752" sldId="262"/>
            <ac:spMk id="4" creationId="{F6B71F68-236E-8279-E070-4CE2A733AD3E}"/>
          </ac:spMkLst>
        </pc:spChg>
        <pc:grpChg chg="add mod">
          <ac:chgData name="Andres Flores" userId="cbb745aa252d2737" providerId="LiveId" clId="{5B02DD72-2521-4955-B22A-9213A9536617}" dt="2026-04-30T23:33:20.265" v="675" actId="164"/>
          <ac:grpSpMkLst>
            <pc:docMk/>
            <pc:sldMk cId="3393695752" sldId="262"/>
            <ac:grpSpMk id="6" creationId="{1320524A-7AB6-6997-30E3-BEAC9D328293}"/>
          </ac:grpSpMkLst>
        </pc:grpChg>
        <pc:grpChg chg="add mod">
          <ac:chgData name="Andres Flores" userId="cbb745aa252d2737" providerId="LiveId" clId="{5B02DD72-2521-4955-B22A-9213A9536617}" dt="2026-04-30T23:33:20.265" v="675" actId="164"/>
          <ac:grpSpMkLst>
            <pc:docMk/>
            <pc:sldMk cId="3393695752" sldId="262"/>
            <ac:grpSpMk id="7" creationId="{328F9C24-529D-CCDC-7279-C77FFC77879D}"/>
          </ac:grpSpMkLst>
        </pc:grpChg>
        <pc:picChg chg="add mod ord">
          <ac:chgData name="Andres Flores" userId="cbb745aa252d2737" providerId="LiveId" clId="{5B02DD72-2521-4955-B22A-9213A9536617}" dt="2026-04-30T23:33:20.265" v="675" actId="164"/>
          <ac:picMkLst>
            <pc:docMk/>
            <pc:sldMk cId="3393695752" sldId="262"/>
            <ac:picMk id="5" creationId="{2BDABE12-0B87-78D3-C1CF-CF29E7A54765}"/>
          </ac:picMkLst>
        </pc:picChg>
      </pc:sldChg>
      <pc:sldChg chg="addSp delSp modSp new mod ord">
        <pc:chgData name="Andres Flores" userId="cbb745aa252d2737" providerId="LiveId" clId="{5B02DD72-2521-4955-B22A-9213A9536617}" dt="2026-04-30T23:12:10.342" v="655" actId="12789"/>
        <pc:sldMkLst>
          <pc:docMk/>
          <pc:sldMk cId="3789900431" sldId="263"/>
        </pc:sldMkLst>
        <pc:spChg chg="add mod">
          <ac:chgData name="Andres Flores" userId="cbb745aa252d2737" providerId="LiveId" clId="{5B02DD72-2521-4955-B22A-9213A9536617}" dt="2026-04-30T23:10:47.155" v="628" actId="164"/>
          <ac:spMkLst>
            <pc:docMk/>
            <pc:sldMk cId="3789900431" sldId="263"/>
            <ac:spMk id="17" creationId="{26FCE2EA-3707-F77A-EC19-692C076F4EBC}"/>
          </ac:spMkLst>
        </pc:spChg>
        <pc:spChg chg="add mod">
          <ac:chgData name="Andres Flores" userId="cbb745aa252d2737" providerId="LiveId" clId="{5B02DD72-2521-4955-B22A-9213A9536617}" dt="2026-04-30T23:10:47.155" v="628" actId="164"/>
          <ac:spMkLst>
            <pc:docMk/>
            <pc:sldMk cId="3789900431" sldId="263"/>
            <ac:spMk id="18" creationId="{0A6AA577-15D9-77B1-5383-3E419B21482A}"/>
          </ac:spMkLst>
        </pc:spChg>
        <pc:spChg chg="add mod">
          <ac:chgData name="Andres Flores" userId="cbb745aa252d2737" providerId="LiveId" clId="{5B02DD72-2521-4955-B22A-9213A9536617}" dt="2026-04-30T23:10:58.277" v="641" actId="164"/>
          <ac:spMkLst>
            <pc:docMk/>
            <pc:sldMk cId="3789900431" sldId="263"/>
            <ac:spMk id="22" creationId="{220B34C4-2FEE-1DF9-31E1-74A84A147E2E}"/>
          </ac:spMkLst>
        </pc:spChg>
        <pc:spChg chg="add mod">
          <ac:chgData name="Andres Flores" userId="cbb745aa252d2737" providerId="LiveId" clId="{5B02DD72-2521-4955-B22A-9213A9536617}" dt="2026-04-30T23:10:58.277" v="641" actId="164"/>
          <ac:spMkLst>
            <pc:docMk/>
            <pc:sldMk cId="3789900431" sldId="263"/>
            <ac:spMk id="23" creationId="{C5905895-02A6-0797-0068-3ADFDACDCFA5}"/>
          </ac:spMkLst>
        </pc:spChg>
        <pc:grpChg chg="add mod">
          <ac:chgData name="Andres Flores" userId="cbb745aa252d2737" providerId="LiveId" clId="{5B02DD72-2521-4955-B22A-9213A9536617}" dt="2026-04-30T23:10:47.155" v="628" actId="164"/>
          <ac:grpSpMkLst>
            <pc:docMk/>
            <pc:sldMk cId="3789900431" sldId="263"/>
            <ac:grpSpMk id="14" creationId="{FFB7DA1C-44F0-E6C2-85FF-F71BA306CEDF}"/>
          </ac:grpSpMkLst>
        </pc:grpChg>
        <pc:grpChg chg="add mod">
          <ac:chgData name="Andres Flores" userId="cbb745aa252d2737" providerId="LiveId" clId="{5B02DD72-2521-4955-B22A-9213A9536617}" dt="2026-04-30T23:10:58.277" v="641" actId="164"/>
          <ac:grpSpMkLst>
            <pc:docMk/>
            <pc:sldMk cId="3789900431" sldId="263"/>
            <ac:grpSpMk id="19" creationId="{5230A206-738F-86CE-D0A0-BB113684C93B}"/>
          </ac:grpSpMkLst>
        </pc:grpChg>
        <pc:grpChg chg="add mod">
          <ac:chgData name="Andres Flores" userId="cbb745aa252d2737" providerId="LiveId" clId="{5B02DD72-2521-4955-B22A-9213A9536617}" dt="2026-04-30T23:11:10.680" v="650" actId="164"/>
          <ac:grpSpMkLst>
            <pc:docMk/>
            <pc:sldMk cId="3789900431" sldId="263"/>
            <ac:grpSpMk id="24" creationId="{5CFCEF1F-66C1-AFDA-4883-05D2234EC431}"/>
          </ac:grpSpMkLst>
        </pc:grpChg>
        <pc:grpChg chg="add mod">
          <ac:chgData name="Andres Flores" userId="cbb745aa252d2737" providerId="LiveId" clId="{5B02DD72-2521-4955-B22A-9213A9536617}" dt="2026-04-30T23:11:10.680" v="650" actId="164"/>
          <ac:grpSpMkLst>
            <pc:docMk/>
            <pc:sldMk cId="3789900431" sldId="263"/>
            <ac:grpSpMk id="25" creationId="{67F954C2-2288-A92B-9933-83387C23A652}"/>
          </ac:grpSpMkLst>
        </pc:grpChg>
        <pc:grpChg chg="add mod">
          <ac:chgData name="Andres Flores" userId="cbb745aa252d2737" providerId="LiveId" clId="{5B02DD72-2521-4955-B22A-9213A9536617}" dt="2026-04-30T23:12:10.342" v="655" actId="12789"/>
          <ac:grpSpMkLst>
            <pc:docMk/>
            <pc:sldMk cId="3789900431" sldId="263"/>
            <ac:grpSpMk id="26" creationId="{12D0A949-7DE3-CCED-D3EE-CE845BE79664}"/>
          </ac:grpSpMkLst>
        </pc:grpChg>
        <pc:picChg chg="add del mod modCrop">
          <ac:chgData name="Andres Flores" userId="cbb745aa252d2737" providerId="LiveId" clId="{5B02DD72-2521-4955-B22A-9213A9536617}" dt="2026-04-30T23:11:10.680" v="650" actId="164"/>
          <ac:picMkLst>
            <pc:docMk/>
            <pc:sldMk cId="3789900431" sldId="263"/>
            <ac:picMk id="3" creationId="{6853CA4A-9F8A-9C88-0044-3540554E12C7}"/>
          </ac:picMkLst>
        </pc:picChg>
        <pc:cxnChg chg="mod">
          <ac:chgData name="Andres Flores" userId="cbb745aa252d2737" providerId="LiveId" clId="{5B02DD72-2521-4955-B22A-9213A9536617}" dt="2026-04-30T23:09:57.523" v="623"/>
          <ac:cxnSpMkLst>
            <pc:docMk/>
            <pc:sldMk cId="3789900431" sldId="263"/>
            <ac:cxnSpMk id="15" creationId="{6D4295EC-3965-37C4-1CA2-F3FA5203A636}"/>
          </ac:cxnSpMkLst>
        </pc:cxnChg>
        <pc:cxnChg chg="mod">
          <ac:chgData name="Andres Flores" userId="cbb745aa252d2737" providerId="LiveId" clId="{5B02DD72-2521-4955-B22A-9213A9536617}" dt="2026-04-30T23:09:57.523" v="623"/>
          <ac:cxnSpMkLst>
            <pc:docMk/>
            <pc:sldMk cId="3789900431" sldId="263"/>
            <ac:cxnSpMk id="16" creationId="{F90FB02F-2BA3-4C58-AB72-70CC8EF761C8}"/>
          </ac:cxnSpMkLst>
        </pc:cxnChg>
        <pc:cxnChg chg="mod">
          <ac:chgData name="Andres Flores" userId="cbb745aa252d2737" providerId="LiveId" clId="{5B02DD72-2521-4955-B22A-9213A9536617}" dt="2026-04-30T23:10:57.183" v="640" actId="164"/>
          <ac:cxnSpMkLst>
            <pc:docMk/>
            <pc:sldMk cId="3789900431" sldId="263"/>
            <ac:cxnSpMk id="20" creationId="{361E480A-1D2B-C6BD-E471-353509F89572}"/>
          </ac:cxnSpMkLst>
        </pc:cxnChg>
        <pc:cxnChg chg="mod">
          <ac:chgData name="Andres Flores" userId="cbb745aa252d2737" providerId="LiveId" clId="{5B02DD72-2521-4955-B22A-9213A9536617}" dt="2026-04-30T23:10:57.183" v="640" actId="164"/>
          <ac:cxnSpMkLst>
            <pc:docMk/>
            <pc:sldMk cId="3789900431" sldId="263"/>
            <ac:cxnSpMk id="21" creationId="{C6D01335-B22C-6484-9565-90D84B5BB14D}"/>
          </ac:cxnSpMkLst>
        </pc:cxnChg>
      </pc:sldChg>
      <pc:sldChg chg="addSp delSp modSp new mod ord">
        <pc:chgData name="Andres Flores" userId="cbb745aa252d2737" providerId="LiveId" clId="{5B02DD72-2521-4955-B22A-9213A9536617}" dt="2026-05-23T17:43:24.442" v="1102" actId="1076"/>
        <pc:sldMkLst>
          <pc:docMk/>
          <pc:sldMk cId="1927739602" sldId="264"/>
        </pc:sldMkLst>
        <pc:spChg chg="add mod">
          <ac:chgData name="Andres Flores" userId="cbb745aa252d2737" providerId="LiveId" clId="{5B02DD72-2521-4955-B22A-9213A9536617}" dt="2026-05-12T04:25:03.932" v="959" actId="20577"/>
          <ac:spMkLst>
            <pc:docMk/>
            <pc:sldMk cId="1927739602" sldId="264"/>
            <ac:spMk id="2" creationId="{D42F3DAB-4603-62FC-2F85-AC884D4F38CC}"/>
          </ac:spMkLst>
        </pc:spChg>
        <pc:spChg chg="add mod">
          <ac:chgData name="Andres Flores" userId="cbb745aa252d2737" providerId="LiveId" clId="{5B02DD72-2521-4955-B22A-9213A9536617}" dt="2026-05-23T17:42:40.325" v="1078" actId="207"/>
          <ac:spMkLst>
            <pc:docMk/>
            <pc:sldMk cId="1927739602" sldId="264"/>
            <ac:spMk id="8" creationId="{A324D581-6EB4-73C6-EAA0-A9E8B5F971FC}"/>
          </ac:spMkLst>
        </pc:spChg>
        <pc:spChg chg="add mod">
          <ac:chgData name="Andres Flores" userId="cbb745aa252d2737" providerId="LiveId" clId="{5B02DD72-2521-4955-B22A-9213A9536617}" dt="2026-05-12T04:20:13.942" v="937" actId="1076"/>
          <ac:spMkLst>
            <pc:docMk/>
            <pc:sldMk cId="1927739602" sldId="264"/>
            <ac:spMk id="10" creationId="{8AEA6024-6945-0F5B-7B65-B9F0D86708B9}"/>
          </ac:spMkLst>
        </pc:spChg>
        <pc:spChg chg="add mod">
          <ac:chgData name="Andres Flores" userId="cbb745aa252d2737" providerId="LiveId" clId="{5B02DD72-2521-4955-B22A-9213A9536617}" dt="2026-05-12T04:20:31.233" v="942" actId="20577"/>
          <ac:spMkLst>
            <pc:docMk/>
            <pc:sldMk cId="1927739602" sldId="264"/>
            <ac:spMk id="11" creationId="{48D823DF-7E6B-EA66-B60E-14EA83718115}"/>
          </ac:spMkLst>
        </pc:spChg>
        <pc:spChg chg="add mod">
          <ac:chgData name="Andres Flores" userId="cbb745aa252d2737" providerId="LiveId" clId="{5B02DD72-2521-4955-B22A-9213A9536617}" dt="2026-05-12T04:20:55.204" v="945" actId="1076"/>
          <ac:spMkLst>
            <pc:docMk/>
            <pc:sldMk cId="1927739602" sldId="264"/>
            <ac:spMk id="13" creationId="{BA28EE3B-5EB7-5E1B-9984-4A9B5B422783}"/>
          </ac:spMkLst>
        </pc:spChg>
        <pc:spChg chg="add mod topLvl">
          <ac:chgData name="Andres Flores" userId="cbb745aa252d2737" providerId="LiveId" clId="{5B02DD72-2521-4955-B22A-9213A9536617}" dt="2026-05-23T17:42:08.796" v="1072" actId="207"/>
          <ac:spMkLst>
            <pc:docMk/>
            <pc:sldMk cId="1927739602" sldId="264"/>
            <ac:spMk id="29" creationId="{F4857B14-01BF-D534-1741-F2DBDB610A7D}"/>
          </ac:spMkLst>
        </pc:spChg>
        <pc:spChg chg="add mod topLvl">
          <ac:chgData name="Andres Flores" userId="cbb745aa252d2737" providerId="LiveId" clId="{5B02DD72-2521-4955-B22A-9213A9536617}" dt="2026-05-23T17:42:35.784" v="1077" actId="207"/>
          <ac:spMkLst>
            <pc:docMk/>
            <pc:sldMk cId="1927739602" sldId="264"/>
            <ac:spMk id="30" creationId="{2F2C3BC2-B826-4147-2C76-A3DAA82BF50C}"/>
          </ac:spMkLst>
        </pc:spChg>
        <pc:spChg chg="add mod">
          <ac:chgData name="Andres Flores" userId="cbb745aa252d2737" providerId="LiveId" clId="{5B02DD72-2521-4955-B22A-9213A9536617}" dt="2026-05-12T04:25:03.932" v="959" actId="20577"/>
          <ac:spMkLst>
            <pc:docMk/>
            <pc:sldMk cId="1927739602" sldId="264"/>
            <ac:spMk id="31" creationId="{96B9F3FD-ADE2-9AC9-297F-BD01A15D8795}"/>
          </ac:spMkLst>
        </pc:spChg>
        <pc:spChg chg="add mod topLvl">
          <ac:chgData name="Andres Flores" userId="cbb745aa252d2737" providerId="LiveId" clId="{5B02DD72-2521-4955-B22A-9213A9536617}" dt="2026-05-12T04:25:03.932" v="959" actId="20577"/>
          <ac:spMkLst>
            <pc:docMk/>
            <pc:sldMk cId="1927739602" sldId="264"/>
            <ac:spMk id="32" creationId="{32DE341C-B8E1-915C-774F-3562E075240E}"/>
          </ac:spMkLst>
        </pc:spChg>
        <pc:spChg chg="add del mod topLvl">
          <ac:chgData name="Andres Flores" userId="cbb745aa252d2737" providerId="LiveId" clId="{5B02DD72-2521-4955-B22A-9213A9536617}" dt="2026-05-23T17:43:24.442" v="1102" actId="1076"/>
          <ac:spMkLst>
            <pc:docMk/>
            <pc:sldMk cId="1927739602" sldId="264"/>
            <ac:spMk id="33" creationId="{791624F3-132C-2CC9-F7AC-EEDE66821AA4}"/>
          </ac:spMkLst>
        </pc:spChg>
        <pc:grpChg chg="add mod">
          <ac:chgData name="Andres Flores" userId="cbb745aa252d2737" providerId="LiveId" clId="{5B02DD72-2521-4955-B22A-9213A9536617}" dt="2026-05-12T04:25:03.932" v="959" actId="20577"/>
          <ac:grpSpMkLst>
            <pc:docMk/>
            <pc:sldMk cId="1927739602" sldId="264"/>
            <ac:grpSpMk id="37" creationId="{63D7586F-F6C3-14EC-DD72-B5AFF6C6792E}"/>
          </ac:grpSpMkLst>
        </pc:grpChg>
        <pc:cxnChg chg="add mod topLvl">
          <ac:chgData name="Andres Flores" userId="cbb745aa252d2737" providerId="LiveId" clId="{5B02DD72-2521-4955-B22A-9213A9536617}" dt="2026-05-12T04:25:03.932" v="959" actId="20577"/>
          <ac:cxnSpMkLst>
            <pc:docMk/>
            <pc:sldMk cId="1927739602" sldId="264"/>
            <ac:cxnSpMk id="4" creationId="{382E3643-DF53-0251-2D59-E67A88F4F3F2}"/>
          </ac:cxnSpMkLst>
        </pc:cxnChg>
        <pc:cxnChg chg="add mod">
          <ac:chgData name="Andres Flores" userId="cbb745aa252d2737" providerId="LiveId" clId="{5B02DD72-2521-4955-B22A-9213A9536617}" dt="2026-05-23T17:42:23.986" v="1075" actId="208"/>
          <ac:cxnSpMkLst>
            <pc:docMk/>
            <pc:sldMk cId="1927739602" sldId="264"/>
            <ac:cxnSpMk id="5" creationId="{E285885E-DF12-2899-382B-1FF2342F012F}"/>
          </ac:cxnSpMkLst>
        </pc:cxnChg>
        <pc:cxnChg chg="add mod">
          <ac:chgData name="Andres Flores" userId="cbb745aa252d2737" providerId="LiveId" clId="{5B02DD72-2521-4955-B22A-9213A9536617}" dt="2026-05-12T04:25:03.932" v="959" actId="20577"/>
          <ac:cxnSpMkLst>
            <pc:docMk/>
            <pc:sldMk cId="1927739602" sldId="264"/>
            <ac:cxnSpMk id="6" creationId="{9F094B2A-385B-57D2-79DD-D05D1DC5928A}"/>
          </ac:cxnSpMkLst>
        </pc:cxnChg>
        <pc:cxnChg chg="add mod topLvl">
          <ac:chgData name="Andres Flores" userId="cbb745aa252d2737" providerId="LiveId" clId="{5B02DD72-2521-4955-B22A-9213A9536617}" dt="2026-05-23T17:42:13.800" v="1073" actId="208"/>
          <ac:cxnSpMkLst>
            <pc:docMk/>
            <pc:sldMk cId="1927739602" sldId="264"/>
            <ac:cxnSpMk id="9" creationId="{79D553AE-2489-E8AC-F5CA-887ABB133F4E}"/>
          </ac:cxnSpMkLst>
        </pc:cxnChg>
        <pc:cxnChg chg="add mod topLvl">
          <ac:chgData name="Andres Flores" userId="cbb745aa252d2737" providerId="LiveId" clId="{5B02DD72-2521-4955-B22A-9213A9536617}" dt="2026-05-23T17:42:28.889" v="1076" actId="208"/>
          <ac:cxnSpMkLst>
            <pc:docMk/>
            <pc:sldMk cId="1927739602" sldId="264"/>
            <ac:cxnSpMk id="12" creationId="{166E0818-38F3-ABFF-1A9A-05E436F65015}"/>
          </ac:cxnSpMkLst>
        </pc:cxnChg>
        <pc:cxnChg chg="add mod topLvl">
          <ac:chgData name="Andres Flores" userId="cbb745aa252d2737" providerId="LiveId" clId="{5B02DD72-2521-4955-B22A-9213A9536617}" dt="2026-05-09T04:53:15.488" v="833" actId="164"/>
          <ac:cxnSpMkLst>
            <pc:docMk/>
            <pc:sldMk cId="1927739602" sldId="264"/>
            <ac:cxnSpMk id="23" creationId="{BF8BE836-76DA-6DC4-4714-19388B2C55FE}"/>
          </ac:cxnSpMkLst>
        </pc:cxnChg>
        <pc:cxnChg chg="add mod topLvl">
          <ac:chgData name="Andres Flores" userId="cbb745aa252d2737" providerId="LiveId" clId="{5B02DD72-2521-4955-B22A-9213A9536617}" dt="2026-05-23T17:42:19.623" v="1074" actId="208"/>
          <ac:cxnSpMkLst>
            <pc:docMk/>
            <pc:sldMk cId="1927739602" sldId="264"/>
            <ac:cxnSpMk id="27" creationId="{DA6BEE5C-4AB1-565D-2C75-2DE4761DFB58}"/>
          </ac:cxnSpMkLst>
        </pc:cxnChg>
      </pc:sldChg>
      <pc:sldChg chg="addSp delSp modSp new mod">
        <pc:chgData name="Andres Flores" userId="cbb745aa252d2737" providerId="LiveId" clId="{5B02DD72-2521-4955-B22A-9213A9536617}" dt="2026-05-23T18:28:42.085" v="1136" actId="21"/>
        <pc:sldMkLst>
          <pc:docMk/>
          <pc:sldMk cId="563945115" sldId="265"/>
        </pc:sldMkLst>
        <pc:spChg chg="add mod">
          <ac:chgData name="Andres Flores" userId="cbb745aa252d2737" providerId="LiveId" clId="{5B02DD72-2521-4955-B22A-9213A9536617}" dt="2026-05-23T18:28:35.900" v="1133" actId="164"/>
          <ac:spMkLst>
            <pc:docMk/>
            <pc:sldMk cId="563945115" sldId="265"/>
            <ac:spMk id="5" creationId="{4DCDF333-26EE-30A3-6093-DEF9C339C4C0}"/>
          </ac:spMkLst>
        </pc:spChg>
        <pc:spChg chg="add mod">
          <ac:chgData name="Andres Flores" userId="cbb745aa252d2737" providerId="LiveId" clId="{5B02DD72-2521-4955-B22A-9213A9536617}" dt="2026-05-23T18:28:35.900" v="1133" actId="164"/>
          <ac:spMkLst>
            <pc:docMk/>
            <pc:sldMk cId="563945115" sldId="265"/>
            <ac:spMk id="6" creationId="{728E6295-595F-9931-67F2-1508CB010F71}"/>
          </ac:spMkLst>
        </pc:spChg>
        <pc:spChg chg="add mod">
          <ac:chgData name="Andres Flores" userId="cbb745aa252d2737" providerId="LiveId" clId="{5B02DD72-2521-4955-B22A-9213A9536617}" dt="2026-05-23T18:28:35.900" v="1133" actId="164"/>
          <ac:spMkLst>
            <pc:docMk/>
            <pc:sldMk cId="563945115" sldId="265"/>
            <ac:spMk id="7" creationId="{65D2791B-251E-C574-3ECF-BED73E74D6E8}"/>
          </ac:spMkLst>
        </pc:spChg>
        <pc:spChg chg="add mod">
          <ac:chgData name="Andres Flores" userId="cbb745aa252d2737" providerId="LiveId" clId="{5B02DD72-2521-4955-B22A-9213A9536617}" dt="2026-05-23T18:28:35.900" v="1133" actId="164"/>
          <ac:spMkLst>
            <pc:docMk/>
            <pc:sldMk cId="563945115" sldId="265"/>
            <ac:spMk id="8" creationId="{7815AB31-5561-5F4A-5CF7-55926AE9ADAB}"/>
          </ac:spMkLst>
        </pc:spChg>
        <pc:spChg chg="mod">
          <ac:chgData name="Andres Flores" userId="cbb745aa252d2737" providerId="LiveId" clId="{5B02DD72-2521-4955-B22A-9213A9536617}" dt="2026-05-23T18:28:37.154" v="1134"/>
          <ac:spMkLst>
            <pc:docMk/>
            <pc:sldMk cId="563945115" sldId="265"/>
            <ac:spMk id="10" creationId="{021391FB-4674-CE04-DA20-744F9502795B}"/>
          </ac:spMkLst>
        </pc:spChg>
        <pc:spChg chg="mod">
          <ac:chgData name="Andres Flores" userId="cbb745aa252d2737" providerId="LiveId" clId="{5B02DD72-2521-4955-B22A-9213A9536617}" dt="2026-05-23T18:28:37.154" v="1134"/>
          <ac:spMkLst>
            <pc:docMk/>
            <pc:sldMk cId="563945115" sldId="265"/>
            <ac:spMk id="12" creationId="{8B293E25-C91D-E59E-5A98-D41357AE3032}"/>
          </ac:spMkLst>
        </pc:spChg>
        <pc:spChg chg="mod">
          <ac:chgData name="Andres Flores" userId="cbb745aa252d2737" providerId="LiveId" clId="{5B02DD72-2521-4955-B22A-9213A9536617}" dt="2026-05-23T18:28:37.154" v="1134"/>
          <ac:spMkLst>
            <pc:docMk/>
            <pc:sldMk cId="563945115" sldId="265"/>
            <ac:spMk id="13" creationId="{C34C98CF-3D8E-BFCF-8900-18E83A501D4F}"/>
          </ac:spMkLst>
        </pc:spChg>
        <pc:spChg chg="mod topLvl">
          <ac:chgData name="Andres Flores" userId="cbb745aa252d2737" providerId="LiveId" clId="{5B02DD72-2521-4955-B22A-9213A9536617}" dt="2026-05-23T17:44:36.981" v="1112" actId="207"/>
          <ac:spMkLst>
            <pc:docMk/>
            <pc:sldMk cId="563945115" sldId="265"/>
            <ac:spMk id="19" creationId="{6B3BDA5D-5F81-DBF7-558D-BBA47CC28203}"/>
          </ac:spMkLst>
        </pc:spChg>
        <pc:spChg chg="mod topLvl">
          <ac:chgData name="Andres Flores" userId="cbb745aa252d2737" providerId="LiveId" clId="{5B02DD72-2521-4955-B22A-9213A9536617}" dt="2026-05-23T17:44:25.695" v="1110" actId="207"/>
          <ac:spMkLst>
            <pc:docMk/>
            <pc:sldMk cId="563945115" sldId="265"/>
            <ac:spMk id="20" creationId="{9D3DD1E1-61C7-9142-97AB-4AF2A53176F7}"/>
          </ac:spMkLst>
        </pc:spChg>
        <pc:spChg chg="mod topLvl">
          <ac:chgData name="Andres Flores" userId="cbb745aa252d2737" providerId="LiveId" clId="{5B02DD72-2521-4955-B22A-9213A9536617}" dt="2026-05-09T04:58:28.110" v="872" actId="20577"/>
          <ac:spMkLst>
            <pc:docMk/>
            <pc:sldMk cId="563945115" sldId="265"/>
            <ac:spMk id="21" creationId="{03B513D6-9933-EC04-6608-4D85A93C4D29}"/>
          </ac:spMkLst>
        </pc:spChg>
        <pc:spChg chg="mod topLvl">
          <ac:chgData name="Andres Flores" userId="cbb745aa252d2737" providerId="LiveId" clId="{5B02DD72-2521-4955-B22A-9213A9536617}" dt="2026-05-23T17:44:13.938" v="1108" actId="207"/>
          <ac:spMkLst>
            <pc:docMk/>
            <pc:sldMk cId="563945115" sldId="265"/>
            <ac:spMk id="22" creationId="{101F2114-753E-0393-6422-07082D438BB0}"/>
          </ac:spMkLst>
        </pc:spChg>
        <pc:spChg chg="mod">
          <ac:chgData name="Andres Flores" userId="cbb745aa252d2737" providerId="LiveId" clId="{5B02DD72-2521-4955-B22A-9213A9536617}" dt="2026-05-23T18:28:37.154" v="1134"/>
          <ac:spMkLst>
            <pc:docMk/>
            <pc:sldMk cId="563945115" sldId="265"/>
            <ac:spMk id="23" creationId="{946CBEE2-40C2-D7EE-6719-273D05E9165B}"/>
          </ac:spMkLst>
        </pc:spChg>
        <pc:spChg chg="add mod">
          <ac:chgData name="Andres Flores" userId="cbb745aa252d2737" providerId="LiveId" clId="{5B02DD72-2521-4955-B22A-9213A9536617}" dt="2026-05-09T04:58:28.110" v="872" actId="20577"/>
          <ac:spMkLst>
            <pc:docMk/>
            <pc:sldMk cId="563945115" sldId="265"/>
            <ac:spMk id="24" creationId="{179C4033-B3AC-686F-79A3-6CA50A18AB21}"/>
          </ac:spMkLst>
        </pc:spChg>
        <pc:spChg chg="mod">
          <ac:chgData name="Andres Flores" userId="cbb745aa252d2737" providerId="LiveId" clId="{5B02DD72-2521-4955-B22A-9213A9536617}" dt="2026-05-23T18:28:37.154" v="1134"/>
          <ac:spMkLst>
            <pc:docMk/>
            <pc:sldMk cId="563945115" sldId="265"/>
            <ac:spMk id="26" creationId="{ECD36FF0-C85C-1E7C-E68B-CF8227ABA1B2}"/>
          </ac:spMkLst>
        </pc:spChg>
        <pc:spChg chg="add mod">
          <ac:chgData name="Andres Flores" userId="cbb745aa252d2737" providerId="LiveId" clId="{5B02DD72-2521-4955-B22A-9213A9536617}" dt="2026-05-23T18:28:35.900" v="1133" actId="164"/>
          <ac:spMkLst>
            <pc:docMk/>
            <pc:sldMk cId="563945115" sldId="265"/>
            <ac:spMk id="28" creationId="{21D13810-D94C-23DA-2313-14EC5370D0D1}"/>
          </ac:spMkLst>
        </pc:spChg>
        <pc:spChg chg="mod">
          <ac:chgData name="Andres Flores" userId="cbb745aa252d2737" providerId="LiveId" clId="{5B02DD72-2521-4955-B22A-9213A9536617}" dt="2026-05-23T18:28:37.154" v="1134"/>
          <ac:spMkLst>
            <pc:docMk/>
            <pc:sldMk cId="563945115" sldId="265"/>
            <ac:spMk id="33" creationId="{E0F93A6F-10AA-69A2-3AD3-1744F7ABB0EF}"/>
          </ac:spMkLst>
        </pc:spChg>
        <pc:spChg chg="mod">
          <ac:chgData name="Andres Flores" userId="cbb745aa252d2737" providerId="LiveId" clId="{5B02DD72-2521-4955-B22A-9213A9536617}" dt="2026-05-23T18:28:37.154" v="1134"/>
          <ac:spMkLst>
            <pc:docMk/>
            <pc:sldMk cId="563945115" sldId="265"/>
            <ac:spMk id="34" creationId="{DD1050C1-6156-DFBC-CF22-7E1256A0BA51}"/>
          </ac:spMkLst>
        </pc:spChg>
        <pc:spChg chg="mod">
          <ac:chgData name="Andres Flores" userId="cbb745aa252d2737" providerId="LiveId" clId="{5B02DD72-2521-4955-B22A-9213A9536617}" dt="2026-05-23T18:28:37.154" v="1134"/>
          <ac:spMkLst>
            <pc:docMk/>
            <pc:sldMk cId="563945115" sldId="265"/>
            <ac:spMk id="35" creationId="{7AD11531-C799-373D-053E-E0FE3F233F8B}"/>
          </ac:spMkLst>
        </pc:spChg>
        <pc:spChg chg="mod">
          <ac:chgData name="Andres Flores" userId="cbb745aa252d2737" providerId="LiveId" clId="{5B02DD72-2521-4955-B22A-9213A9536617}" dt="2026-05-23T18:28:37.154" v="1134"/>
          <ac:spMkLst>
            <pc:docMk/>
            <pc:sldMk cId="563945115" sldId="265"/>
            <ac:spMk id="36" creationId="{F7E871DD-CACD-A1C0-FC6D-1796A402BFE1}"/>
          </ac:spMkLst>
        </pc:spChg>
        <pc:spChg chg="mod">
          <ac:chgData name="Andres Flores" userId="cbb745aa252d2737" providerId="LiveId" clId="{5B02DD72-2521-4955-B22A-9213A9536617}" dt="2026-05-23T18:28:37.154" v="1134"/>
          <ac:spMkLst>
            <pc:docMk/>
            <pc:sldMk cId="563945115" sldId="265"/>
            <ac:spMk id="37" creationId="{50680D93-0330-AEE4-EFA7-A29DA5D71CFF}"/>
          </ac:spMkLst>
        </pc:spChg>
        <pc:grpChg chg="add mod">
          <ac:chgData name="Andres Flores" userId="cbb745aa252d2737" providerId="LiveId" clId="{5B02DD72-2521-4955-B22A-9213A9536617}" dt="2026-05-23T18:28:35.900" v="1133" actId="164"/>
          <ac:grpSpMkLst>
            <pc:docMk/>
            <pc:sldMk cId="563945115" sldId="265"/>
            <ac:grpSpMk id="2" creationId="{DE9D56EC-AF0F-6106-1DD0-B77DBA5D8474}"/>
          </ac:grpSpMkLst>
        </pc:grpChg>
        <pc:grpChg chg="add mod">
          <ac:chgData name="Andres Flores" userId="cbb745aa252d2737" providerId="LiveId" clId="{5B02DD72-2521-4955-B22A-9213A9536617}" dt="2026-05-23T18:28:35.900" v="1133" actId="164"/>
          <ac:grpSpMkLst>
            <pc:docMk/>
            <pc:sldMk cId="563945115" sldId="265"/>
            <ac:grpSpMk id="25" creationId="{C0D68857-732D-EE24-CA80-67CD92910B21}"/>
          </ac:grpSpMkLst>
        </pc:grpChg>
        <pc:picChg chg="add del">
          <ac:chgData name="Andres Flores" userId="cbb745aa252d2737" providerId="LiveId" clId="{5B02DD72-2521-4955-B22A-9213A9536617}" dt="2026-05-23T18:28:42.085" v="1136" actId="21"/>
          <ac:picMkLst>
            <pc:docMk/>
            <pc:sldMk cId="563945115" sldId="265"/>
            <ac:picMk id="39" creationId="{C4DFE408-D540-424C-38F9-A6FD3D021753}"/>
          </ac:picMkLst>
        </pc:picChg>
        <pc:cxnChg chg="add mod">
          <ac:chgData name="Andres Flores" userId="cbb745aa252d2737" providerId="LiveId" clId="{5B02DD72-2521-4955-B22A-9213A9536617}" dt="2026-05-23T18:28:35.900" v="1133" actId="164"/>
          <ac:cxnSpMkLst>
            <pc:docMk/>
            <pc:sldMk cId="563945115" sldId="265"/>
            <ac:cxnSpMk id="3" creationId="{25836CFB-229B-0232-0242-3E4056F17AB9}"/>
          </ac:cxnSpMkLst>
        </pc:cxnChg>
        <pc:cxnChg chg="mod topLvl">
          <ac:chgData name="Andres Flores" userId="cbb745aa252d2737" providerId="LiveId" clId="{5B02DD72-2521-4955-B22A-9213A9536617}" dt="2026-05-09T04:58:28.110" v="872" actId="20577"/>
          <ac:cxnSpMkLst>
            <pc:docMk/>
            <pc:sldMk cId="563945115" sldId="265"/>
            <ac:cxnSpMk id="14" creationId="{1A742F0D-5F87-BEBE-407B-4D5793C68D89}"/>
          </ac:cxnSpMkLst>
        </pc:cxnChg>
        <pc:cxnChg chg="mod topLvl">
          <ac:chgData name="Andres Flores" userId="cbb745aa252d2737" providerId="LiveId" clId="{5B02DD72-2521-4955-B22A-9213A9536617}" dt="2026-05-23T17:43:53.827" v="1105" actId="208"/>
          <ac:cxnSpMkLst>
            <pc:docMk/>
            <pc:sldMk cId="563945115" sldId="265"/>
            <ac:cxnSpMk id="15" creationId="{20B95B82-E5FB-E6EA-BF7A-DCAE09CB70B2}"/>
          </ac:cxnSpMkLst>
        </pc:cxnChg>
        <pc:cxnChg chg="mod topLvl">
          <ac:chgData name="Andres Flores" userId="cbb745aa252d2737" providerId="LiveId" clId="{5B02DD72-2521-4955-B22A-9213A9536617}" dt="2026-05-23T17:43:39.321" v="1103" actId="208"/>
          <ac:cxnSpMkLst>
            <pc:docMk/>
            <pc:sldMk cId="563945115" sldId="265"/>
            <ac:cxnSpMk id="16" creationId="{AD29AD1F-D06D-6418-7EF7-5E329541EFF6}"/>
          </ac:cxnSpMkLst>
        </pc:cxnChg>
        <pc:cxnChg chg="mod topLvl">
          <ac:chgData name="Andres Flores" userId="cbb745aa252d2737" providerId="LiveId" clId="{5B02DD72-2521-4955-B22A-9213A9536617}" dt="2026-05-09T04:58:28.110" v="872" actId="20577"/>
          <ac:cxnSpMkLst>
            <pc:docMk/>
            <pc:sldMk cId="563945115" sldId="265"/>
            <ac:cxnSpMk id="17" creationId="{E98630B3-73D9-BD91-3344-080A3FEAB931}"/>
          </ac:cxnSpMkLst>
        </pc:cxnChg>
        <pc:cxnChg chg="mod topLvl">
          <ac:chgData name="Andres Flores" userId="cbb745aa252d2737" providerId="LiveId" clId="{5B02DD72-2521-4955-B22A-9213A9536617}" dt="2026-05-23T17:44:19.304" v="1109" actId="208"/>
          <ac:cxnSpMkLst>
            <pc:docMk/>
            <pc:sldMk cId="563945115" sldId="265"/>
            <ac:cxnSpMk id="18" creationId="{C15CE531-4AA5-7E1B-E968-A7D1C201D730}"/>
          </ac:cxnSpMkLst>
        </pc:cxnChg>
      </pc:sldChg>
      <pc:sldChg chg="addSp delSp modSp add mod">
        <pc:chgData name="Andres Flores" userId="cbb745aa252d2737" providerId="LiveId" clId="{5B02DD72-2521-4955-B22A-9213A9536617}" dt="2026-05-23T18:37:28.903" v="1140" actId="21"/>
        <pc:sldMkLst>
          <pc:docMk/>
          <pc:sldMk cId="3613164460" sldId="266"/>
        </pc:sldMkLst>
        <pc:spChg chg="add mod">
          <ac:chgData name="Andres Flores" userId="cbb745aa252d2737" providerId="LiveId" clId="{5B02DD72-2521-4955-B22A-9213A9536617}" dt="2026-05-23T18:37:21.663" v="1137" actId="164"/>
          <ac:spMkLst>
            <pc:docMk/>
            <pc:sldMk cId="3613164460" sldId="266"/>
            <ac:spMk id="2" creationId="{D42061AF-5AF4-92A0-9344-8586D0EA5A89}"/>
          </ac:spMkLst>
        </pc:spChg>
        <pc:spChg chg="add mod">
          <ac:chgData name="Andres Flores" userId="cbb745aa252d2737" providerId="LiveId" clId="{5B02DD72-2521-4955-B22A-9213A9536617}" dt="2026-05-23T18:37:21.663" v="1137" actId="164"/>
          <ac:spMkLst>
            <pc:docMk/>
            <pc:sldMk cId="3613164460" sldId="266"/>
            <ac:spMk id="7" creationId="{06E950CD-FA59-0620-DE8B-797FFBFCE439}"/>
          </ac:spMkLst>
        </pc:spChg>
        <pc:spChg chg="add mod">
          <ac:chgData name="Andres Flores" userId="cbb745aa252d2737" providerId="LiveId" clId="{5B02DD72-2521-4955-B22A-9213A9536617}" dt="2026-05-09T04:59:50.027" v="880" actId="1076"/>
          <ac:spMkLst>
            <pc:docMk/>
            <pc:sldMk cId="3613164460" sldId="266"/>
            <ac:spMk id="9" creationId="{50A8CAF3-B1ED-C481-7FBE-A9D85F4C129E}"/>
          </ac:spMkLst>
        </pc:spChg>
        <pc:spChg chg="add mod">
          <ac:chgData name="Andres Flores" userId="cbb745aa252d2737" providerId="LiveId" clId="{5B02DD72-2521-4955-B22A-9213A9536617}" dt="2026-05-23T18:37:21.663" v="1137" actId="164"/>
          <ac:spMkLst>
            <pc:docMk/>
            <pc:sldMk cId="3613164460" sldId="266"/>
            <ac:spMk id="10" creationId="{5605E848-2165-E7B8-8367-1C98491D518C}"/>
          </ac:spMkLst>
        </pc:spChg>
        <pc:spChg chg="add mod">
          <ac:chgData name="Andres Flores" userId="cbb745aa252d2737" providerId="LiveId" clId="{5B02DD72-2521-4955-B22A-9213A9536617}" dt="2026-05-09T05:00:38.510" v="890" actId="16959"/>
          <ac:spMkLst>
            <pc:docMk/>
            <pc:sldMk cId="3613164460" sldId="266"/>
            <ac:spMk id="11" creationId="{D7CC453C-2525-318A-969B-0D77FF301CC6}"/>
          </ac:spMkLst>
        </pc:spChg>
        <pc:spChg chg="add mod">
          <ac:chgData name="Andres Flores" userId="cbb745aa252d2737" providerId="LiveId" clId="{5B02DD72-2521-4955-B22A-9213A9536617}" dt="2026-05-23T18:37:21.663" v="1137" actId="164"/>
          <ac:spMkLst>
            <pc:docMk/>
            <pc:sldMk cId="3613164460" sldId="266"/>
            <ac:spMk id="12" creationId="{C9650F89-8CF1-B18D-AB56-0A6FD6ECBE88}"/>
          </ac:spMkLst>
        </pc:spChg>
        <pc:spChg chg="add mod">
          <ac:chgData name="Andres Flores" userId="cbb745aa252d2737" providerId="LiveId" clId="{5B02DD72-2521-4955-B22A-9213A9536617}" dt="2026-05-23T18:37:21.663" v="1137" actId="164"/>
          <ac:spMkLst>
            <pc:docMk/>
            <pc:sldMk cId="3613164460" sldId="266"/>
            <ac:spMk id="13" creationId="{BD464F73-672F-A015-4B4B-305A34CB1DAE}"/>
          </ac:spMkLst>
        </pc:spChg>
        <pc:spChg chg="mod topLvl">
          <ac:chgData name="Andres Flores" userId="cbb745aa252d2737" providerId="LiveId" clId="{5B02DD72-2521-4955-B22A-9213A9536617}" dt="2026-05-23T18:37:21.663" v="1137" actId="164"/>
          <ac:spMkLst>
            <pc:docMk/>
            <pc:sldMk cId="3613164460" sldId="266"/>
            <ac:spMk id="19" creationId="{4AEEA715-A7B0-3E7A-959A-553E2F614E4F}"/>
          </ac:spMkLst>
        </pc:spChg>
        <pc:spChg chg="mod topLvl">
          <ac:chgData name="Andres Flores" userId="cbb745aa252d2737" providerId="LiveId" clId="{5B02DD72-2521-4955-B22A-9213A9536617}" dt="2026-05-23T17:45:37.126" v="1120" actId="207"/>
          <ac:spMkLst>
            <pc:docMk/>
            <pc:sldMk cId="3613164460" sldId="266"/>
            <ac:spMk id="20" creationId="{0525126C-8FB5-DA94-5BFD-6924551F216D}"/>
          </ac:spMkLst>
        </pc:spChg>
        <pc:spChg chg="mod topLvl">
          <ac:chgData name="Andres Flores" userId="cbb745aa252d2737" providerId="LiveId" clId="{5B02DD72-2521-4955-B22A-9213A9536617}" dt="2026-05-23T18:37:21.663" v="1137" actId="164"/>
          <ac:spMkLst>
            <pc:docMk/>
            <pc:sldMk cId="3613164460" sldId="266"/>
            <ac:spMk id="21" creationId="{18C1408F-2AC3-48E7-AC66-986E044C6358}"/>
          </ac:spMkLst>
        </pc:spChg>
        <pc:spChg chg="mod topLvl">
          <ac:chgData name="Andres Flores" userId="cbb745aa252d2737" providerId="LiveId" clId="{5B02DD72-2521-4955-B22A-9213A9536617}" dt="2026-05-23T18:37:21.663" v="1137" actId="164"/>
          <ac:spMkLst>
            <pc:docMk/>
            <pc:sldMk cId="3613164460" sldId="266"/>
            <ac:spMk id="22" creationId="{FFF5C883-9EC5-CEE5-9333-02D8E745F34C}"/>
          </ac:spMkLst>
        </pc:spChg>
        <pc:spChg chg="add mod">
          <ac:chgData name="Andres Flores" userId="cbb745aa252d2737" providerId="LiveId" clId="{5B02DD72-2521-4955-B22A-9213A9536617}" dt="2026-05-23T18:37:21.663" v="1137" actId="164"/>
          <ac:spMkLst>
            <pc:docMk/>
            <pc:sldMk cId="3613164460" sldId="266"/>
            <ac:spMk id="23" creationId="{138581A9-2704-E0C8-D693-BF321866E6A2}"/>
          </ac:spMkLst>
        </pc:spChg>
        <pc:spChg chg="mod topLvl">
          <ac:chgData name="Andres Flores" userId="cbb745aa252d2737" providerId="LiveId" clId="{5B02DD72-2521-4955-B22A-9213A9536617}" dt="2026-05-23T18:37:21.663" v="1137" actId="164"/>
          <ac:spMkLst>
            <pc:docMk/>
            <pc:sldMk cId="3613164460" sldId="266"/>
            <ac:spMk id="24" creationId="{9555F040-BA96-C10D-4184-31F0B9AD006E}"/>
          </ac:spMkLst>
        </pc:spChg>
        <pc:spChg chg="mod">
          <ac:chgData name="Andres Flores" userId="cbb745aa252d2737" providerId="LiveId" clId="{5B02DD72-2521-4955-B22A-9213A9536617}" dt="2026-05-23T18:37:23.368" v="1138"/>
          <ac:spMkLst>
            <pc:docMk/>
            <pc:sldMk cId="3613164460" sldId="266"/>
            <ac:spMk id="29" creationId="{8339E8C3-77E5-874D-D40A-DAE0C94E13D3}"/>
          </ac:spMkLst>
        </pc:spChg>
        <pc:spChg chg="mod">
          <ac:chgData name="Andres Flores" userId="cbb745aa252d2737" providerId="LiveId" clId="{5B02DD72-2521-4955-B22A-9213A9536617}" dt="2026-05-23T18:37:23.368" v="1138"/>
          <ac:spMkLst>
            <pc:docMk/>
            <pc:sldMk cId="3613164460" sldId="266"/>
            <ac:spMk id="30" creationId="{141E4A25-518F-17CB-77EE-37DAE7BF0583}"/>
          </ac:spMkLst>
        </pc:spChg>
        <pc:spChg chg="mod">
          <ac:chgData name="Andres Flores" userId="cbb745aa252d2737" providerId="LiveId" clId="{5B02DD72-2521-4955-B22A-9213A9536617}" dt="2026-05-23T18:37:23.368" v="1138"/>
          <ac:spMkLst>
            <pc:docMk/>
            <pc:sldMk cId="3613164460" sldId="266"/>
            <ac:spMk id="31" creationId="{BD3F546D-541C-B348-D7E6-0BA831EF2F76}"/>
          </ac:spMkLst>
        </pc:spChg>
        <pc:spChg chg="mod">
          <ac:chgData name="Andres Flores" userId="cbb745aa252d2737" providerId="LiveId" clId="{5B02DD72-2521-4955-B22A-9213A9536617}" dt="2026-05-23T18:37:23.368" v="1138"/>
          <ac:spMkLst>
            <pc:docMk/>
            <pc:sldMk cId="3613164460" sldId="266"/>
            <ac:spMk id="33" creationId="{C0C0178B-64C1-E3DD-7F07-8602FE02479B}"/>
          </ac:spMkLst>
        </pc:spChg>
        <pc:spChg chg="mod">
          <ac:chgData name="Andres Flores" userId="cbb745aa252d2737" providerId="LiveId" clId="{5B02DD72-2521-4955-B22A-9213A9536617}" dt="2026-05-23T18:37:23.368" v="1138"/>
          <ac:spMkLst>
            <pc:docMk/>
            <pc:sldMk cId="3613164460" sldId="266"/>
            <ac:spMk id="35" creationId="{9CC287C4-67D8-43F5-06C8-1415C92C51C5}"/>
          </ac:spMkLst>
        </pc:spChg>
        <pc:spChg chg="mod">
          <ac:chgData name="Andres Flores" userId="cbb745aa252d2737" providerId="LiveId" clId="{5B02DD72-2521-4955-B22A-9213A9536617}" dt="2026-05-23T18:37:23.368" v="1138"/>
          <ac:spMkLst>
            <pc:docMk/>
            <pc:sldMk cId="3613164460" sldId="266"/>
            <ac:spMk id="37" creationId="{D33AD48C-7039-0E95-98F4-89E14A5E76A2}"/>
          </ac:spMkLst>
        </pc:spChg>
        <pc:spChg chg="mod">
          <ac:chgData name="Andres Flores" userId="cbb745aa252d2737" providerId="LiveId" clId="{5B02DD72-2521-4955-B22A-9213A9536617}" dt="2026-05-23T18:37:23.368" v="1138"/>
          <ac:spMkLst>
            <pc:docMk/>
            <pc:sldMk cId="3613164460" sldId="266"/>
            <ac:spMk id="38" creationId="{1B784350-BEE4-54CF-4757-52BF74E8D0B5}"/>
          </ac:spMkLst>
        </pc:spChg>
        <pc:spChg chg="mod">
          <ac:chgData name="Andres Flores" userId="cbb745aa252d2737" providerId="LiveId" clId="{5B02DD72-2521-4955-B22A-9213A9536617}" dt="2026-05-23T18:37:23.368" v="1138"/>
          <ac:spMkLst>
            <pc:docMk/>
            <pc:sldMk cId="3613164460" sldId="266"/>
            <ac:spMk id="39" creationId="{D4CB4ECB-20F8-8F24-B5A6-7F6894B0034F}"/>
          </ac:spMkLst>
        </pc:spChg>
        <pc:spChg chg="mod">
          <ac:chgData name="Andres Flores" userId="cbb745aa252d2737" providerId="LiveId" clId="{5B02DD72-2521-4955-B22A-9213A9536617}" dt="2026-05-23T18:37:23.368" v="1138"/>
          <ac:spMkLst>
            <pc:docMk/>
            <pc:sldMk cId="3613164460" sldId="266"/>
            <ac:spMk id="40" creationId="{134EC3F9-C755-A0D2-44FD-C54F8FFE3893}"/>
          </ac:spMkLst>
        </pc:spChg>
        <pc:spChg chg="mod">
          <ac:chgData name="Andres Flores" userId="cbb745aa252d2737" providerId="LiveId" clId="{5B02DD72-2521-4955-B22A-9213A9536617}" dt="2026-05-23T18:37:23.368" v="1138"/>
          <ac:spMkLst>
            <pc:docMk/>
            <pc:sldMk cId="3613164460" sldId="266"/>
            <ac:spMk id="41" creationId="{1B880E8B-464A-3CA6-4DBD-B60899DC6F60}"/>
          </ac:spMkLst>
        </pc:spChg>
        <pc:picChg chg="add del">
          <ac:chgData name="Andres Flores" userId="cbb745aa252d2737" providerId="LiveId" clId="{5B02DD72-2521-4955-B22A-9213A9536617}" dt="2026-05-23T18:37:28.903" v="1140" actId="21"/>
          <ac:picMkLst>
            <pc:docMk/>
            <pc:sldMk cId="3613164460" sldId="266"/>
            <ac:picMk id="43" creationId="{0EF8A7D0-E5F8-FC39-7EEE-6956B743811B}"/>
          </ac:picMkLst>
        </pc:picChg>
        <pc:cxnChg chg="add mod">
          <ac:chgData name="Andres Flores" userId="cbb745aa252d2737" providerId="LiveId" clId="{5B02DD72-2521-4955-B22A-9213A9536617}" dt="2026-05-12T04:19:00.844" v="927" actId="208"/>
          <ac:cxnSpMkLst>
            <pc:docMk/>
            <pc:sldMk cId="3613164460" sldId="266"/>
            <ac:cxnSpMk id="4" creationId="{82A0A100-4F27-DCA3-0288-974EFF23B7FD}"/>
          </ac:cxnSpMkLst>
        </pc:cxnChg>
        <pc:cxnChg chg="mod topLvl">
          <ac:chgData name="Andres Flores" userId="cbb745aa252d2737" providerId="LiveId" clId="{5B02DD72-2521-4955-B22A-9213A9536617}" dt="2026-05-09T04:57:09.466" v="866" actId="165"/>
          <ac:cxnSpMkLst>
            <pc:docMk/>
            <pc:sldMk cId="3613164460" sldId="266"/>
            <ac:cxnSpMk id="14" creationId="{C670B13D-4249-D607-763C-310BF262C73D}"/>
          </ac:cxnSpMkLst>
        </pc:cxnChg>
        <pc:cxnChg chg="mod topLvl">
          <ac:chgData name="Andres Flores" userId="cbb745aa252d2737" providerId="LiveId" clId="{5B02DD72-2521-4955-B22A-9213A9536617}" dt="2026-05-23T17:45:05.103" v="1114" actId="208"/>
          <ac:cxnSpMkLst>
            <pc:docMk/>
            <pc:sldMk cId="3613164460" sldId="266"/>
            <ac:cxnSpMk id="15" creationId="{B6BF9211-2EAF-8C53-D64C-327B3D6AE196}"/>
          </ac:cxnSpMkLst>
        </pc:cxnChg>
        <pc:cxnChg chg="mod topLvl">
          <ac:chgData name="Andres Flores" userId="cbb745aa252d2737" providerId="LiveId" clId="{5B02DD72-2521-4955-B22A-9213A9536617}" dt="2026-05-23T17:45:30.911" v="1119" actId="208"/>
          <ac:cxnSpMkLst>
            <pc:docMk/>
            <pc:sldMk cId="3613164460" sldId="266"/>
            <ac:cxnSpMk id="16" creationId="{C2052F76-970C-10CE-C69D-55BA3D69F46C}"/>
          </ac:cxnSpMkLst>
        </pc:cxnChg>
        <pc:cxnChg chg="mod topLvl">
          <ac:chgData name="Andres Flores" userId="cbb745aa252d2737" providerId="LiveId" clId="{5B02DD72-2521-4955-B22A-9213A9536617}" dt="2026-05-09T04:57:09.466" v="866" actId="165"/>
          <ac:cxnSpMkLst>
            <pc:docMk/>
            <pc:sldMk cId="3613164460" sldId="266"/>
            <ac:cxnSpMk id="17" creationId="{4AD3519D-9DF8-68AD-9679-D9285549216D}"/>
          </ac:cxnSpMkLst>
        </pc:cxnChg>
        <pc:cxnChg chg="mod">
          <ac:chgData name="Andres Flores" userId="cbb745aa252d2737" providerId="LiveId" clId="{5B02DD72-2521-4955-B22A-9213A9536617}" dt="2026-05-23T17:45:10.589" v="1115" actId="208"/>
          <ac:cxnSpMkLst>
            <pc:docMk/>
            <pc:sldMk cId="3613164460" sldId="266"/>
            <ac:cxnSpMk id="18" creationId="{53E1BC82-716C-BDBF-F43C-109565394B46}"/>
          </ac:cxnSpMkLst>
        </pc:cxnChg>
      </pc:sldChg>
      <pc:sldChg chg="addSp delSp modSp new mod">
        <pc:chgData name="Andres Flores" userId="cbb745aa252d2737" providerId="LiveId" clId="{5B02DD72-2521-4955-B22A-9213A9536617}" dt="2026-05-24T02:45:02.922" v="1154" actId="21"/>
        <pc:sldMkLst>
          <pc:docMk/>
          <pc:sldMk cId="2199027622" sldId="267"/>
        </pc:sldMkLst>
        <pc:spChg chg="mod">
          <ac:chgData name="Andres Flores" userId="cbb745aa252d2737" providerId="LiveId" clId="{5B02DD72-2521-4955-B22A-9213A9536617}" dt="2026-05-24T02:38:45.576" v="1148"/>
          <ac:spMkLst>
            <pc:docMk/>
            <pc:sldMk cId="2199027622" sldId="267"/>
            <ac:spMk id="12" creationId="{8F86363E-51C0-E9D9-4CEB-12E7F42D0EE5}"/>
          </ac:spMkLst>
        </pc:spChg>
        <pc:spChg chg="mod">
          <ac:chgData name="Andres Flores" userId="cbb745aa252d2737" providerId="LiveId" clId="{5B02DD72-2521-4955-B22A-9213A9536617}" dt="2026-05-24T02:38:45.576" v="1148"/>
          <ac:spMkLst>
            <pc:docMk/>
            <pc:sldMk cId="2199027622" sldId="267"/>
            <ac:spMk id="13" creationId="{A176D49B-93E3-670E-88BE-3E3A6F621EBA}"/>
          </ac:spMkLst>
        </pc:spChg>
        <pc:spChg chg="mod">
          <ac:chgData name="Andres Flores" userId="cbb745aa252d2737" providerId="LiveId" clId="{5B02DD72-2521-4955-B22A-9213A9536617}" dt="2026-05-24T02:38:45.576" v="1148"/>
          <ac:spMkLst>
            <pc:docMk/>
            <pc:sldMk cId="2199027622" sldId="267"/>
            <ac:spMk id="14" creationId="{3981C29B-BC25-2E3D-2467-B8AE5EF39489}"/>
          </ac:spMkLst>
        </pc:spChg>
        <pc:spChg chg="mod">
          <ac:chgData name="Andres Flores" userId="cbb745aa252d2737" providerId="LiveId" clId="{5B02DD72-2521-4955-B22A-9213A9536617}" dt="2026-05-24T02:38:45.576" v="1148"/>
          <ac:spMkLst>
            <pc:docMk/>
            <pc:sldMk cId="2199027622" sldId="267"/>
            <ac:spMk id="15" creationId="{FD8A63F5-583E-8D5C-BC82-4A804C1BA585}"/>
          </ac:spMkLst>
        </pc:spChg>
        <pc:spChg chg="mod">
          <ac:chgData name="Andres Flores" userId="cbb745aa252d2737" providerId="LiveId" clId="{5B02DD72-2521-4955-B22A-9213A9536617}" dt="2026-05-24T02:38:45.576" v="1148"/>
          <ac:spMkLst>
            <pc:docMk/>
            <pc:sldMk cId="2199027622" sldId="267"/>
            <ac:spMk id="19" creationId="{5AEC3753-836E-2664-8E17-D2EFE3578732}"/>
          </ac:spMkLst>
        </pc:spChg>
        <pc:spChg chg="mod">
          <ac:chgData name="Andres Flores" userId="cbb745aa252d2737" providerId="LiveId" clId="{5B02DD72-2521-4955-B22A-9213A9536617}" dt="2026-05-24T02:38:45.576" v="1148"/>
          <ac:spMkLst>
            <pc:docMk/>
            <pc:sldMk cId="2199027622" sldId="267"/>
            <ac:spMk id="20" creationId="{7807A2B1-18BA-3A3F-AAD8-13F86A86CD4D}"/>
          </ac:spMkLst>
        </pc:spChg>
        <pc:spChg chg="mod">
          <ac:chgData name="Andres Flores" userId="cbb745aa252d2737" providerId="LiveId" clId="{5B02DD72-2521-4955-B22A-9213A9536617}" dt="2026-05-24T02:38:45.576" v="1148"/>
          <ac:spMkLst>
            <pc:docMk/>
            <pc:sldMk cId="2199027622" sldId="267"/>
            <ac:spMk id="21" creationId="{0E800511-F601-2A67-377B-13080973B634}"/>
          </ac:spMkLst>
        </pc:spChg>
        <pc:spChg chg="mod">
          <ac:chgData name="Andres Flores" userId="cbb745aa252d2737" providerId="LiveId" clId="{5B02DD72-2521-4955-B22A-9213A9536617}" dt="2026-05-24T02:38:45.576" v="1148"/>
          <ac:spMkLst>
            <pc:docMk/>
            <pc:sldMk cId="2199027622" sldId="267"/>
            <ac:spMk id="22" creationId="{62E67535-83DC-2D33-FA0F-16C3FE314A2C}"/>
          </ac:spMkLst>
        </pc:spChg>
        <pc:spChg chg="add mod">
          <ac:chgData name="Andres Flores" userId="cbb745aa252d2737" providerId="LiveId" clId="{5B02DD72-2521-4955-B22A-9213A9536617}" dt="2026-05-24T02:38:42.805" v="1147" actId="164"/>
          <ac:spMkLst>
            <pc:docMk/>
            <pc:sldMk cId="2199027622" sldId="267"/>
            <ac:spMk id="30" creationId="{5DD2F695-47FC-D71F-CA54-6FFF49826D1C}"/>
          </ac:spMkLst>
        </pc:spChg>
        <pc:spChg chg="add mod">
          <ac:chgData name="Andres Flores" userId="cbb745aa252d2737" providerId="LiveId" clId="{5B02DD72-2521-4955-B22A-9213A9536617}" dt="2026-05-24T02:38:42.805" v="1147" actId="164"/>
          <ac:spMkLst>
            <pc:docMk/>
            <pc:sldMk cId="2199027622" sldId="267"/>
            <ac:spMk id="31" creationId="{37CFC6B9-7DF8-8DF6-E524-FF761B34B8C6}"/>
          </ac:spMkLst>
        </pc:spChg>
        <pc:spChg chg="add mod">
          <ac:chgData name="Andres Flores" userId="cbb745aa252d2737" providerId="LiveId" clId="{5B02DD72-2521-4955-B22A-9213A9536617}" dt="2026-05-24T02:38:42.805" v="1147" actId="164"/>
          <ac:spMkLst>
            <pc:docMk/>
            <pc:sldMk cId="2199027622" sldId="267"/>
            <ac:spMk id="32" creationId="{A42348B0-0F4F-71EA-6284-7C4B609B65C6}"/>
          </ac:spMkLst>
        </pc:spChg>
        <pc:spChg chg="add mod">
          <ac:chgData name="Andres Flores" userId="cbb745aa252d2737" providerId="LiveId" clId="{5B02DD72-2521-4955-B22A-9213A9536617}" dt="2026-05-24T02:38:42.805" v="1147" actId="164"/>
          <ac:spMkLst>
            <pc:docMk/>
            <pc:sldMk cId="2199027622" sldId="267"/>
            <ac:spMk id="33" creationId="{DFDAFAD7-93E8-2FE6-82EE-7B03FC309D7A}"/>
          </ac:spMkLst>
        </pc:spChg>
        <pc:spChg chg="add mod">
          <ac:chgData name="Andres Flores" userId="cbb745aa252d2737" providerId="LiveId" clId="{5B02DD72-2521-4955-B22A-9213A9536617}" dt="2026-05-24T02:38:42.805" v="1147" actId="164"/>
          <ac:spMkLst>
            <pc:docMk/>
            <pc:sldMk cId="2199027622" sldId="267"/>
            <ac:spMk id="36" creationId="{139D4A59-7B87-6C10-1388-01E18856ABF8}"/>
          </ac:spMkLst>
        </pc:spChg>
        <pc:spChg chg="add mod">
          <ac:chgData name="Andres Flores" userId="cbb745aa252d2737" providerId="LiveId" clId="{5B02DD72-2521-4955-B22A-9213A9536617}" dt="2026-05-24T02:38:42.805" v="1147" actId="164"/>
          <ac:spMkLst>
            <pc:docMk/>
            <pc:sldMk cId="2199027622" sldId="267"/>
            <ac:spMk id="37" creationId="{EDD62CD5-B901-328E-ED71-B1D4DFE28037}"/>
          </ac:spMkLst>
        </pc:spChg>
        <pc:spChg chg="add mod">
          <ac:chgData name="Andres Flores" userId="cbb745aa252d2737" providerId="LiveId" clId="{5B02DD72-2521-4955-B22A-9213A9536617}" dt="2026-05-24T02:38:42.805" v="1147" actId="164"/>
          <ac:spMkLst>
            <pc:docMk/>
            <pc:sldMk cId="2199027622" sldId="267"/>
            <ac:spMk id="38" creationId="{5339B970-5D58-FD2C-B237-D2E0C5FAFF26}"/>
          </ac:spMkLst>
        </pc:spChg>
        <pc:spChg chg="add mod">
          <ac:chgData name="Andres Flores" userId="cbb745aa252d2737" providerId="LiveId" clId="{5B02DD72-2521-4955-B22A-9213A9536617}" dt="2026-05-24T02:38:42.805" v="1147" actId="164"/>
          <ac:spMkLst>
            <pc:docMk/>
            <pc:sldMk cId="2199027622" sldId="267"/>
            <ac:spMk id="39" creationId="{703FD799-F0A4-39ED-4B7A-3E3ACF1E578B}"/>
          </ac:spMkLst>
        </pc:spChg>
        <pc:spChg chg="mod">
          <ac:chgData name="Andres Flores" userId="cbb745aa252d2737" providerId="LiveId" clId="{5B02DD72-2521-4955-B22A-9213A9536617}" dt="2026-05-24T02:44:59.937" v="1152"/>
          <ac:spMkLst>
            <pc:docMk/>
            <pc:sldMk cId="2199027622" sldId="267"/>
            <ac:spMk id="42" creationId="{807BB4D4-8DAC-BF54-9998-417F2187344B}"/>
          </ac:spMkLst>
        </pc:spChg>
        <pc:spChg chg="mod">
          <ac:chgData name="Andres Flores" userId="cbb745aa252d2737" providerId="LiveId" clId="{5B02DD72-2521-4955-B22A-9213A9536617}" dt="2026-05-24T02:44:59.937" v="1152"/>
          <ac:spMkLst>
            <pc:docMk/>
            <pc:sldMk cId="2199027622" sldId="267"/>
            <ac:spMk id="43" creationId="{14819C84-CB4E-5EBB-2107-6B34B0BBF6E8}"/>
          </ac:spMkLst>
        </pc:spChg>
        <pc:spChg chg="mod">
          <ac:chgData name="Andres Flores" userId="cbb745aa252d2737" providerId="LiveId" clId="{5B02DD72-2521-4955-B22A-9213A9536617}" dt="2026-05-24T02:44:59.937" v="1152"/>
          <ac:spMkLst>
            <pc:docMk/>
            <pc:sldMk cId="2199027622" sldId="267"/>
            <ac:spMk id="44" creationId="{C0194F6E-2BDE-6F04-32BF-3776DE11F16A}"/>
          </ac:spMkLst>
        </pc:spChg>
        <pc:spChg chg="mod">
          <ac:chgData name="Andres Flores" userId="cbb745aa252d2737" providerId="LiveId" clId="{5B02DD72-2521-4955-B22A-9213A9536617}" dt="2026-05-24T02:44:59.937" v="1152"/>
          <ac:spMkLst>
            <pc:docMk/>
            <pc:sldMk cId="2199027622" sldId="267"/>
            <ac:spMk id="45" creationId="{4436853A-A359-E41C-8BA7-E83259205D45}"/>
          </ac:spMkLst>
        </pc:spChg>
        <pc:spChg chg="mod">
          <ac:chgData name="Andres Flores" userId="cbb745aa252d2737" providerId="LiveId" clId="{5B02DD72-2521-4955-B22A-9213A9536617}" dt="2026-05-24T02:44:59.937" v="1152"/>
          <ac:spMkLst>
            <pc:docMk/>
            <pc:sldMk cId="2199027622" sldId="267"/>
            <ac:spMk id="48" creationId="{BC748D80-4EED-4A77-393F-D2D868E8A83C}"/>
          </ac:spMkLst>
        </pc:spChg>
        <pc:spChg chg="mod">
          <ac:chgData name="Andres Flores" userId="cbb745aa252d2737" providerId="LiveId" clId="{5B02DD72-2521-4955-B22A-9213A9536617}" dt="2026-05-24T02:44:59.937" v="1152"/>
          <ac:spMkLst>
            <pc:docMk/>
            <pc:sldMk cId="2199027622" sldId="267"/>
            <ac:spMk id="49" creationId="{F080574C-14AF-5D9C-E9A8-E7EF52C900B3}"/>
          </ac:spMkLst>
        </pc:spChg>
        <pc:spChg chg="mod">
          <ac:chgData name="Andres Flores" userId="cbb745aa252d2737" providerId="LiveId" clId="{5B02DD72-2521-4955-B22A-9213A9536617}" dt="2026-05-24T02:44:59.937" v="1152"/>
          <ac:spMkLst>
            <pc:docMk/>
            <pc:sldMk cId="2199027622" sldId="267"/>
            <ac:spMk id="50" creationId="{F242EF41-C0DE-82A9-C81C-4AD318299447}"/>
          </ac:spMkLst>
        </pc:spChg>
        <pc:spChg chg="mod">
          <ac:chgData name="Andres Flores" userId="cbb745aa252d2737" providerId="LiveId" clId="{5B02DD72-2521-4955-B22A-9213A9536617}" dt="2026-05-24T02:44:59.937" v="1152"/>
          <ac:spMkLst>
            <pc:docMk/>
            <pc:sldMk cId="2199027622" sldId="267"/>
            <ac:spMk id="51" creationId="{527B8730-74B4-4029-9CFB-F1965C728077}"/>
          </ac:spMkLst>
        </pc:spChg>
        <pc:grpChg chg="add mod">
          <ac:chgData name="Andres Flores" userId="cbb745aa252d2737" providerId="LiveId" clId="{5B02DD72-2521-4955-B22A-9213A9536617}" dt="2026-05-24T02:38:42.805" v="1147" actId="164"/>
          <ac:grpSpMkLst>
            <pc:docMk/>
            <pc:sldMk cId="2199027622" sldId="267"/>
            <ac:grpSpMk id="2" creationId="{FE8F3707-4678-F24F-45CF-E720B56397AD}"/>
          </ac:grpSpMkLst>
        </pc:grpChg>
        <pc:grpChg chg="add mod">
          <ac:chgData name="Andres Flores" userId="cbb745aa252d2737" providerId="LiveId" clId="{5B02DD72-2521-4955-B22A-9213A9536617}" dt="2026-05-24T02:38:45.576" v="1148"/>
          <ac:grpSpMkLst>
            <pc:docMk/>
            <pc:sldMk cId="2199027622" sldId="267"/>
            <ac:grpSpMk id="4" creationId="{4B3D9B8F-272E-44E1-60EB-D9BB67BE41FC}"/>
          </ac:grpSpMkLst>
        </pc:grpChg>
        <pc:grpChg chg="add mod">
          <ac:chgData name="Andres Flores" userId="cbb745aa252d2737" providerId="LiveId" clId="{5B02DD72-2521-4955-B22A-9213A9536617}" dt="2026-05-24T02:44:59.937" v="1152"/>
          <ac:grpSpMkLst>
            <pc:docMk/>
            <pc:sldMk cId="2199027622" sldId="267"/>
            <ac:grpSpMk id="25" creationId="{ED02A3C2-0EC3-6A00-9A4F-566A2AF765F7}"/>
          </ac:grpSpMkLst>
        </pc:grpChg>
        <pc:picChg chg="add del">
          <ac:chgData name="Andres Flores" userId="cbb745aa252d2737" providerId="LiveId" clId="{5B02DD72-2521-4955-B22A-9213A9536617}" dt="2026-05-24T02:38:50.720" v="1150" actId="21"/>
          <ac:picMkLst>
            <pc:docMk/>
            <pc:sldMk cId="2199027622" sldId="267"/>
            <ac:picMk id="24" creationId="{8C30EAAF-9E21-B7E0-72AD-C2472C549430}"/>
          </ac:picMkLst>
        </pc:picChg>
        <pc:picChg chg="add del">
          <ac:chgData name="Andres Flores" userId="cbb745aa252d2737" providerId="LiveId" clId="{5B02DD72-2521-4955-B22A-9213A9536617}" dt="2026-05-24T02:45:02.922" v="1154" actId="21"/>
          <ac:picMkLst>
            <pc:docMk/>
            <pc:sldMk cId="2199027622" sldId="267"/>
            <ac:picMk id="53" creationId="{EF8DC5A2-7714-8C3A-6391-894F95C20617}"/>
          </ac:picMkLst>
        </pc:picChg>
        <pc:cxnChg chg="add mod">
          <ac:chgData name="Andres Flores" userId="cbb745aa252d2737" providerId="LiveId" clId="{5B02DD72-2521-4955-B22A-9213A9536617}" dt="2026-05-24T02:37:22.370" v="1141" actId="208"/>
          <ac:cxnSpMkLst>
            <pc:docMk/>
            <pc:sldMk cId="2199027622" sldId="267"/>
            <ac:cxnSpMk id="3" creationId="{D0B7C47D-527B-090D-6D9F-E054C2F86721}"/>
          </ac:cxnSpMkLst>
        </pc:cxnChg>
        <pc:cxnChg chg="add mod">
          <ac:chgData name="Andres Flores" userId="cbb745aa252d2737" providerId="LiveId" clId="{5B02DD72-2521-4955-B22A-9213A9536617}" dt="2026-05-24T02:44:50.595" v="1151" actId="693"/>
          <ac:cxnSpMkLst>
            <pc:docMk/>
            <pc:sldMk cId="2199027622" sldId="267"/>
            <ac:cxnSpMk id="5" creationId="{7C0E1E3B-1B70-796F-8DCD-401A57E20610}"/>
          </ac:cxnSpMkLst>
        </pc:cxnChg>
        <pc:cxnChg chg="mod">
          <ac:chgData name="Andres Flores" userId="cbb745aa252d2737" providerId="LiveId" clId="{5B02DD72-2521-4955-B22A-9213A9536617}" dt="2026-05-24T02:38:45.576" v="1148"/>
          <ac:cxnSpMkLst>
            <pc:docMk/>
            <pc:sldMk cId="2199027622" sldId="267"/>
            <ac:cxnSpMk id="6" creationId="{13EA9AA3-86F7-A495-2C4B-D9A1A007C567}"/>
          </ac:cxnSpMkLst>
        </pc:cxnChg>
        <pc:cxnChg chg="add mod">
          <ac:chgData name="Andres Flores" userId="cbb745aa252d2737" providerId="LiveId" clId="{5B02DD72-2521-4955-B22A-9213A9536617}" dt="2026-05-24T02:37:37.065" v="1143" actId="208"/>
          <ac:cxnSpMkLst>
            <pc:docMk/>
            <pc:sldMk cId="2199027622" sldId="267"/>
            <ac:cxnSpMk id="10" creationId="{E8793862-518F-F36B-D55E-15A8B9C90E85}"/>
          </ac:cxnSpMkLst>
        </pc:cxnChg>
        <pc:cxnChg chg="add mod">
          <ac:chgData name="Andres Flores" userId="cbb745aa252d2737" providerId="LiveId" clId="{5B02DD72-2521-4955-B22A-9213A9536617}" dt="2026-05-12T04:31:57.160" v="1010" actId="208"/>
          <ac:cxnSpMkLst>
            <pc:docMk/>
            <pc:sldMk cId="2199027622" sldId="267"/>
            <ac:cxnSpMk id="17" creationId="{2D0CBFCD-C975-79B3-8929-84096DF2D9DB}"/>
          </ac:cxnSpMkLst>
        </pc:cxnChg>
        <pc:cxnChg chg="add mod">
          <ac:chgData name="Andres Flores" userId="cbb745aa252d2737" providerId="LiveId" clId="{5B02DD72-2521-4955-B22A-9213A9536617}" dt="2026-05-12T04:31:57.160" v="1010" actId="208"/>
          <ac:cxnSpMkLst>
            <pc:docMk/>
            <pc:sldMk cId="2199027622" sldId="267"/>
            <ac:cxnSpMk id="26" creationId="{074185C3-F41B-0BCA-4A18-7A3EB9FD54AD}"/>
          </ac:cxnSpMkLst>
        </pc:cxnChg>
        <pc:cxnChg chg="mod">
          <ac:chgData name="Andres Flores" userId="cbb745aa252d2737" providerId="LiveId" clId="{5B02DD72-2521-4955-B22A-9213A9536617}" dt="2026-05-24T02:44:59.937" v="1152"/>
          <ac:cxnSpMkLst>
            <pc:docMk/>
            <pc:sldMk cId="2199027622" sldId="267"/>
            <ac:cxnSpMk id="28" creationId="{AD4DDD0E-16CB-7D2D-BABB-1DAE5E97FF36}"/>
          </ac:cxnSpMkLst>
        </pc:cxnChg>
        <pc:cxnChg chg="add mod">
          <ac:chgData name="Andres Flores" userId="cbb745aa252d2737" providerId="LiveId" clId="{5B02DD72-2521-4955-B22A-9213A9536617}" dt="2026-05-12T04:33:58.260" v="1024" actId="1076"/>
          <ac:cxnSpMkLst>
            <pc:docMk/>
            <pc:sldMk cId="2199027622" sldId="267"/>
            <ac:cxnSpMk id="34" creationId="{B148092D-0229-71AA-9345-7C430A298E35}"/>
          </ac:cxnSpMkLst>
        </pc:cxnChg>
        <pc:cxnChg chg="add mod">
          <ac:chgData name="Andres Flores" userId="cbb745aa252d2737" providerId="LiveId" clId="{5B02DD72-2521-4955-B22A-9213A9536617}" dt="2026-05-24T02:38:42.805" v="1147" actId="164"/>
          <ac:cxnSpMkLst>
            <pc:docMk/>
            <pc:sldMk cId="2199027622" sldId="267"/>
            <ac:cxnSpMk id="35" creationId="{A0AF47A3-5E4A-365E-70B9-4043E6A85599}"/>
          </ac:cxnSpMkLst>
        </pc:cxnChg>
      </pc:sldChg>
      <pc:sldChg chg="addSp delSp modSp add mod">
        <pc:chgData name="Andres Flores" userId="cbb745aa252d2737" providerId="LiveId" clId="{5B02DD72-2521-4955-B22A-9213A9536617}" dt="2026-05-23T17:53:09.330" v="1132" actId="21"/>
        <pc:sldMkLst>
          <pc:docMk/>
          <pc:sldMk cId="3581458208" sldId="268"/>
        </pc:sldMkLst>
        <pc:spChg chg="mod">
          <ac:chgData name="Andres Flores" userId="cbb745aa252d2737" providerId="LiveId" clId="{5B02DD72-2521-4955-B22A-9213A9536617}" dt="2026-05-23T17:22:51.084" v="1059" actId="20577"/>
          <ac:spMkLst>
            <pc:docMk/>
            <pc:sldMk cId="3581458208" sldId="268"/>
            <ac:spMk id="2" creationId="{4C777E8B-ACE5-36D6-120A-4355183C1E1E}"/>
          </ac:spMkLst>
        </pc:spChg>
        <pc:spChg chg="mod">
          <ac:chgData name="Andres Flores" userId="cbb745aa252d2737" providerId="LiveId" clId="{5B02DD72-2521-4955-B22A-9213A9536617}" dt="2026-05-23T17:45:57.309" v="1121" actId="164"/>
          <ac:spMkLst>
            <pc:docMk/>
            <pc:sldMk cId="3581458208" sldId="268"/>
            <ac:spMk id="8" creationId="{0B4787B9-C846-6010-5445-1AAD42A45BBC}"/>
          </ac:spMkLst>
        </pc:spChg>
        <pc:spChg chg="mod">
          <ac:chgData name="Andres Flores" userId="cbb745aa252d2737" providerId="LiveId" clId="{5B02DD72-2521-4955-B22A-9213A9536617}" dt="2026-05-23T17:45:57.309" v="1121" actId="164"/>
          <ac:spMkLst>
            <pc:docMk/>
            <pc:sldMk cId="3581458208" sldId="268"/>
            <ac:spMk id="10" creationId="{021E34C5-80E9-2B23-C328-516CFA9034C8}"/>
          </ac:spMkLst>
        </pc:spChg>
        <pc:spChg chg="mod">
          <ac:chgData name="Andres Flores" userId="cbb745aa252d2737" providerId="LiveId" clId="{5B02DD72-2521-4955-B22A-9213A9536617}" dt="2026-05-23T17:45:57.309" v="1121" actId="164"/>
          <ac:spMkLst>
            <pc:docMk/>
            <pc:sldMk cId="3581458208" sldId="268"/>
            <ac:spMk id="11" creationId="{D595BFC4-3D5F-2019-43E6-882817A45B53}"/>
          </ac:spMkLst>
        </pc:spChg>
        <pc:spChg chg="mod">
          <ac:chgData name="Andres Flores" userId="cbb745aa252d2737" providerId="LiveId" clId="{5B02DD72-2521-4955-B22A-9213A9536617}" dt="2026-05-23T17:45:57.309" v="1121" actId="164"/>
          <ac:spMkLst>
            <pc:docMk/>
            <pc:sldMk cId="3581458208" sldId="268"/>
            <ac:spMk id="13" creationId="{CC4DEDA0-E0DB-C5B3-6F16-9ACCD965491B}"/>
          </ac:spMkLst>
        </pc:spChg>
        <pc:spChg chg="mod">
          <ac:chgData name="Andres Flores" userId="cbb745aa252d2737" providerId="LiveId" clId="{5B02DD72-2521-4955-B22A-9213A9536617}" dt="2026-05-23T17:45:58.874" v="1122"/>
          <ac:spMkLst>
            <pc:docMk/>
            <pc:sldMk cId="3581458208" sldId="268"/>
            <ac:spMk id="16" creationId="{DA7C9EFB-B2D2-B083-A167-CDE749196D03}"/>
          </ac:spMkLst>
        </pc:spChg>
        <pc:spChg chg="mod">
          <ac:chgData name="Andres Flores" userId="cbb745aa252d2737" providerId="LiveId" clId="{5B02DD72-2521-4955-B22A-9213A9536617}" dt="2026-05-23T17:45:58.874" v="1122"/>
          <ac:spMkLst>
            <pc:docMk/>
            <pc:sldMk cId="3581458208" sldId="268"/>
            <ac:spMk id="17" creationId="{54EE5685-61BC-9AE6-9544-C4712293434D}"/>
          </ac:spMkLst>
        </pc:spChg>
        <pc:spChg chg="mod">
          <ac:chgData name="Andres Flores" userId="cbb745aa252d2737" providerId="LiveId" clId="{5B02DD72-2521-4955-B22A-9213A9536617}" dt="2026-05-23T17:45:58.874" v="1122"/>
          <ac:spMkLst>
            <pc:docMk/>
            <pc:sldMk cId="3581458208" sldId="268"/>
            <ac:spMk id="18" creationId="{03F27E79-A537-02BB-7758-B7E53FC404C6}"/>
          </ac:spMkLst>
        </pc:spChg>
        <pc:spChg chg="mod">
          <ac:chgData name="Andres Flores" userId="cbb745aa252d2737" providerId="LiveId" clId="{5B02DD72-2521-4955-B22A-9213A9536617}" dt="2026-05-23T17:45:58.874" v="1122"/>
          <ac:spMkLst>
            <pc:docMk/>
            <pc:sldMk cId="3581458208" sldId="268"/>
            <ac:spMk id="19" creationId="{1B3F01BE-11FC-876A-1659-554772A85E4A}"/>
          </ac:spMkLst>
        </pc:spChg>
        <pc:spChg chg="mod">
          <ac:chgData name="Andres Flores" userId="cbb745aa252d2737" providerId="LiveId" clId="{5B02DD72-2521-4955-B22A-9213A9536617}" dt="2026-05-23T17:45:58.874" v="1122"/>
          <ac:spMkLst>
            <pc:docMk/>
            <pc:sldMk cId="3581458208" sldId="268"/>
            <ac:spMk id="20" creationId="{77CECAED-F3BD-CCF7-68EC-9A3B2CEDC010}"/>
          </ac:spMkLst>
        </pc:spChg>
        <pc:spChg chg="mod">
          <ac:chgData name="Andres Flores" userId="cbb745aa252d2737" providerId="LiveId" clId="{5B02DD72-2521-4955-B22A-9213A9536617}" dt="2026-05-23T17:45:58.874" v="1122"/>
          <ac:spMkLst>
            <pc:docMk/>
            <pc:sldMk cId="3581458208" sldId="268"/>
            <ac:spMk id="22" creationId="{B9C98AB7-CA27-3DDC-7725-A3590DBFE7D6}"/>
          </ac:spMkLst>
        </pc:spChg>
        <pc:spChg chg="mod">
          <ac:chgData name="Andres Flores" userId="cbb745aa252d2737" providerId="LiveId" clId="{5B02DD72-2521-4955-B22A-9213A9536617}" dt="2026-05-23T17:41:40.122" v="1069" actId="207"/>
          <ac:spMkLst>
            <pc:docMk/>
            <pc:sldMk cId="3581458208" sldId="268"/>
            <ac:spMk id="29" creationId="{98C2D84D-139F-544C-FDD1-2C48864792B6}"/>
          </ac:spMkLst>
        </pc:spChg>
        <pc:spChg chg="mod">
          <ac:chgData name="Andres Flores" userId="cbb745aa252d2737" providerId="LiveId" clId="{5B02DD72-2521-4955-B22A-9213A9536617}" dt="2026-05-23T17:41:34.407" v="1068" actId="207"/>
          <ac:spMkLst>
            <pc:docMk/>
            <pc:sldMk cId="3581458208" sldId="268"/>
            <ac:spMk id="30" creationId="{6AE64E73-6B7B-0A04-FDE0-CA4C1D25F15B}"/>
          </ac:spMkLst>
        </pc:spChg>
        <pc:spChg chg="mod">
          <ac:chgData name="Andres Flores" userId="cbb745aa252d2737" providerId="LiveId" clId="{5B02DD72-2521-4955-B22A-9213A9536617}" dt="2026-05-23T17:22:51.084" v="1059" actId="20577"/>
          <ac:spMkLst>
            <pc:docMk/>
            <pc:sldMk cId="3581458208" sldId="268"/>
            <ac:spMk id="31" creationId="{84933EA9-806B-DAC1-4850-47CC1C88AFE8}"/>
          </ac:spMkLst>
        </pc:spChg>
        <pc:spChg chg="del mod">
          <ac:chgData name="Andres Flores" userId="cbb745aa252d2737" providerId="LiveId" clId="{5B02DD72-2521-4955-B22A-9213A9536617}" dt="2026-05-23T17:52:52.666" v="1126" actId="478"/>
          <ac:spMkLst>
            <pc:docMk/>
            <pc:sldMk cId="3581458208" sldId="268"/>
            <ac:spMk id="32" creationId="{DC4091A9-8049-FDE6-7791-E1B7B2FFF2ED}"/>
          </ac:spMkLst>
        </pc:spChg>
        <pc:spChg chg="del mod">
          <ac:chgData name="Andres Flores" userId="cbb745aa252d2737" providerId="LiveId" clId="{5B02DD72-2521-4955-B22A-9213A9536617}" dt="2026-05-23T17:52:58.547" v="1128" actId="478"/>
          <ac:spMkLst>
            <pc:docMk/>
            <pc:sldMk cId="3581458208" sldId="268"/>
            <ac:spMk id="33" creationId="{D79B0768-FE8F-CF23-0ED1-2C1728007487}"/>
          </ac:spMkLst>
        </pc:spChg>
        <pc:spChg chg="mod">
          <ac:chgData name="Andres Flores" userId="cbb745aa252d2737" providerId="LiveId" clId="{5B02DD72-2521-4955-B22A-9213A9536617}" dt="2026-05-23T17:45:58.874" v="1122"/>
          <ac:spMkLst>
            <pc:docMk/>
            <pc:sldMk cId="3581458208" sldId="268"/>
            <ac:spMk id="35" creationId="{CB801C17-46A5-7516-2A0D-0675863C0606}"/>
          </ac:spMkLst>
        </pc:spChg>
        <pc:spChg chg="mod">
          <ac:chgData name="Andres Flores" userId="cbb745aa252d2737" providerId="LiveId" clId="{5B02DD72-2521-4955-B22A-9213A9536617}" dt="2026-05-23T17:45:58.874" v="1122"/>
          <ac:spMkLst>
            <pc:docMk/>
            <pc:sldMk cId="3581458208" sldId="268"/>
            <ac:spMk id="36" creationId="{0D2B9889-1402-D6B4-F2E0-F23E5E047D5D}"/>
          </ac:spMkLst>
        </pc:spChg>
        <pc:spChg chg="mod">
          <ac:chgData name="Andres Flores" userId="cbb745aa252d2737" providerId="LiveId" clId="{5B02DD72-2521-4955-B22A-9213A9536617}" dt="2026-05-23T17:45:58.874" v="1122"/>
          <ac:spMkLst>
            <pc:docMk/>
            <pc:sldMk cId="3581458208" sldId="268"/>
            <ac:spMk id="38" creationId="{60A61CE7-40E5-6BBE-0E6C-F16F3903F118}"/>
          </ac:spMkLst>
        </pc:spChg>
        <pc:spChg chg="mod">
          <ac:chgData name="Andres Flores" userId="cbb745aa252d2737" providerId="LiveId" clId="{5B02DD72-2521-4955-B22A-9213A9536617}" dt="2026-05-23T17:45:58.874" v="1122"/>
          <ac:spMkLst>
            <pc:docMk/>
            <pc:sldMk cId="3581458208" sldId="268"/>
            <ac:spMk id="39" creationId="{0ADEE215-4950-8BB0-E2ED-6FF334CE5095}"/>
          </ac:spMkLst>
        </pc:spChg>
        <pc:spChg chg="mod">
          <ac:chgData name="Andres Flores" userId="cbb745aa252d2737" providerId="LiveId" clId="{5B02DD72-2521-4955-B22A-9213A9536617}" dt="2026-05-23T17:53:05.843" v="1130"/>
          <ac:spMkLst>
            <pc:docMk/>
            <pc:sldMk cId="3581458208" sldId="268"/>
            <ac:spMk id="45" creationId="{581EB65F-C4EB-2D2E-A9D5-824D67AA304C}"/>
          </ac:spMkLst>
        </pc:spChg>
        <pc:spChg chg="mod">
          <ac:chgData name="Andres Flores" userId="cbb745aa252d2737" providerId="LiveId" clId="{5B02DD72-2521-4955-B22A-9213A9536617}" dt="2026-05-23T17:53:05.843" v="1130"/>
          <ac:spMkLst>
            <pc:docMk/>
            <pc:sldMk cId="3581458208" sldId="268"/>
            <ac:spMk id="46" creationId="{0A1F2DED-7D5F-1BA1-ECBF-72D6CB14C873}"/>
          </ac:spMkLst>
        </pc:spChg>
        <pc:spChg chg="mod">
          <ac:chgData name="Andres Flores" userId="cbb745aa252d2737" providerId="LiveId" clId="{5B02DD72-2521-4955-B22A-9213A9536617}" dt="2026-05-23T17:53:05.843" v="1130"/>
          <ac:spMkLst>
            <pc:docMk/>
            <pc:sldMk cId="3581458208" sldId="268"/>
            <ac:spMk id="47" creationId="{13A6E248-B92F-D31B-7C62-D1763B4665F3}"/>
          </ac:spMkLst>
        </pc:spChg>
        <pc:spChg chg="mod">
          <ac:chgData name="Andres Flores" userId="cbb745aa252d2737" providerId="LiveId" clId="{5B02DD72-2521-4955-B22A-9213A9536617}" dt="2026-05-23T17:53:05.843" v="1130"/>
          <ac:spMkLst>
            <pc:docMk/>
            <pc:sldMk cId="3581458208" sldId="268"/>
            <ac:spMk id="48" creationId="{DF61F269-1859-D9D0-2BE4-E1C577A24932}"/>
          </ac:spMkLst>
        </pc:spChg>
        <pc:spChg chg="mod">
          <ac:chgData name="Andres Flores" userId="cbb745aa252d2737" providerId="LiveId" clId="{5B02DD72-2521-4955-B22A-9213A9536617}" dt="2026-05-23T17:53:05.843" v="1130"/>
          <ac:spMkLst>
            <pc:docMk/>
            <pc:sldMk cId="3581458208" sldId="268"/>
            <ac:spMk id="49" creationId="{46A24AF0-8F35-C20E-3296-6741E0EF2B6C}"/>
          </ac:spMkLst>
        </pc:spChg>
        <pc:spChg chg="mod">
          <ac:chgData name="Andres Flores" userId="cbb745aa252d2737" providerId="LiveId" clId="{5B02DD72-2521-4955-B22A-9213A9536617}" dt="2026-05-23T17:53:05.843" v="1130"/>
          <ac:spMkLst>
            <pc:docMk/>
            <pc:sldMk cId="3581458208" sldId="268"/>
            <ac:spMk id="51" creationId="{20198D7F-9ACA-1E19-5458-23B2488D2CA8}"/>
          </ac:spMkLst>
        </pc:spChg>
        <pc:spChg chg="mod">
          <ac:chgData name="Andres Flores" userId="cbb745aa252d2737" providerId="LiveId" clId="{5B02DD72-2521-4955-B22A-9213A9536617}" dt="2026-05-23T17:53:05.843" v="1130"/>
          <ac:spMkLst>
            <pc:docMk/>
            <pc:sldMk cId="3581458208" sldId="268"/>
            <ac:spMk id="55" creationId="{6FF1E289-E54A-FD2E-286F-0CF69B760C6D}"/>
          </ac:spMkLst>
        </pc:spChg>
        <pc:spChg chg="mod">
          <ac:chgData name="Andres Flores" userId="cbb745aa252d2737" providerId="LiveId" clId="{5B02DD72-2521-4955-B22A-9213A9536617}" dt="2026-05-23T17:53:05.843" v="1130"/>
          <ac:spMkLst>
            <pc:docMk/>
            <pc:sldMk cId="3581458208" sldId="268"/>
            <ac:spMk id="56" creationId="{DD5B49AA-41BD-0319-785C-0EA8289E4B0C}"/>
          </ac:spMkLst>
        </pc:spChg>
        <pc:grpChg chg="add mod">
          <ac:chgData name="Andres Flores" userId="cbb745aa252d2737" providerId="LiveId" clId="{5B02DD72-2521-4955-B22A-9213A9536617}" dt="2026-05-23T17:45:57.309" v="1121" actId="164"/>
          <ac:grpSpMkLst>
            <pc:docMk/>
            <pc:sldMk cId="3581458208" sldId="268"/>
            <ac:grpSpMk id="3" creationId="{8C44568D-604E-3973-7238-698CE86DC801}"/>
          </ac:grpSpMkLst>
        </pc:grpChg>
        <pc:grpChg chg="mod">
          <ac:chgData name="Andres Flores" userId="cbb745aa252d2737" providerId="LiveId" clId="{5B02DD72-2521-4955-B22A-9213A9536617}" dt="2026-05-23T17:45:57.309" v="1121" actId="164"/>
          <ac:grpSpMkLst>
            <pc:docMk/>
            <pc:sldMk cId="3581458208" sldId="268"/>
            <ac:grpSpMk id="37" creationId="{1F1C5552-CF59-6919-13E8-2A704B050016}"/>
          </ac:grpSpMkLst>
        </pc:grpChg>
        <pc:grpChg chg="add mod">
          <ac:chgData name="Andres Flores" userId="cbb745aa252d2737" providerId="LiveId" clId="{5B02DD72-2521-4955-B22A-9213A9536617}" dt="2026-05-23T17:53:05.843" v="1130"/>
          <ac:grpSpMkLst>
            <pc:docMk/>
            <pc:sldMk cId="3581458208" sldId="268"/>
            <ac:grpSpMk id="42" creationId="{D05916BD-B3F4-9D49-2F47-7219839C5010}"/>
          </ac:grpSpMkLst>
        </pc:grpChg>
        <pc:grpChg chg="mod">
          <ac:chgData name="Andres Flores" userId="cbb745aa252d2737" providerId="LiveId" clId="{5B02DD72-2521-4955-B22A-9213A9536617}" dt="2026-05-23T17:53:05.843" v="1130"/>
          <ac:grpSpMkLst>
            <pc:docMk/>
            <pc:sldMk cId="3581458208" sldId="268"/>
            <ac:grpSpMk id="43" creationId="{202D1F04-1B52-EB1C-BEDB-3311BBD009C8}"/>
          </ac:grpSpMkLst>
        </pc:grpChg>
        <pc:picChg chg="add del">
          <ac:chgData name="Andres Flores" userId="cbb745aa252d2737" providerId="LiveId" clId="{5B02DD72-2521-4955-B22A-9213A9536617}" dt="2026-05-23T17:46:02.939" v="1124" actId="21"/>
          <ac:picMkLst>
            <pc:docMk/>
            <pc:sldMk cId="3581458208" sldId="268"/>
            <ac:picMk id="41" creationId="{786DF209-5A4F-4FDB-D8AC-A6A2AD29F112}"/>
          </ac:picMkLst>
        </pc:picChg>
        <pc:picChg chg="add del">
          <ac:chgData name="Andres Flores" userId="cbb745aa252d2737" providerId="LiveId" clId="{5B02DD72-2521-4955-B22A-9213A9536617}" dt="2026-05-23T17:53:09.330" v="1132" actId="21"/>
          <ac:picMkLst>
            <pc:docMk/>
            <pc:sldMk cId="3581458208" sldId="268"/>
            <ac:picMk id="58" creationId="{D5C26FCE-047A-4ACD-F1CB-DC1E8C3782DA}"/>
          </ac:picMkLst>
        </pc:picChg>
        <pc:cxnChg chg="mod">
          <ac:chgData name="Andres Flores" userId="cbb745aa252d2737" providerId="LiveId" clId="{5B02DD72-2521-4955-B22A-9213A9536617}" dt="2026-05-23T17:45:57.309" v="1121" actId="164"/>
          <ac:cxnSpMkLst>
            <pc:docMk/>
            <pc:sldMk cId="3581458208" sldId="268"/>
            <ac:cxnSpMk id="5" creationId="{B62F5EC9-5B44-909A-ECAA-BDC85283E1AA}"/>
          </ac:cxnSpMkLst>
        </pc:cxnChg>
        <pc:cxnChg chg="mod">
          <ac:chgData name="Andres Flores" userId="cbb745aa252d2737" providerId="LiveId" clId="{5B02DD72-2521-4955-B22A-9213A9536617}" dt="2026-05-23T17:40:52.399" v="1063" actId="208"/>
          <ac:cxnSpMkLst>
            <pc:docMk/>
            <pc:sldMk cId="3581458208" sldId="268"/>
            <ac:cxnSpMk id="9" creationId="{4AC3C328-8A13-91CC-2859-C50E778A281F}"/>
          </ac:cxnSpMkLst>
        </pc:cxnChg>
        <pc:cxnChg chg="mod">
          <ac:chgData name="Andres Flores" userId="cbb745aa252d2737" providerId="LiveId" clId="{5B02DD72-2521-4955-B22A-9213A9536617}" dt="2026-05-23T17:41:11.076" v="1065" actId="208"/>
          <ac:cxnSpMkLst>
            <pc:docMk/>
            <pc:sldMk cId="3581458208" sldId="268"/>
            <ac:cxnSpMk id="12" creationId="{DFCC1706-D92F-F3AB-FECC-191B22B5462F}"/>
          </ac:cxnSpMkLst>
        </pc:cxnChg>
        <pc:cxnChg chg="del mod">
          <ac:chgData name="Andres Flores" userId="cbb745aa252d2737" providerId="LiveId" clId="{5B02DD72-2521-4955-B22A-9213A9536617}" dt="2026-05-23T17:52:56.508" v="1127" actId="478"/>
          <ac:cxnSpMkLst>
            <pc:docMk/>
            <pc:sldMk cId="3581458208" sldId="268"/>
            <ac:cxnSpMk id="23" creationId="{3706892E-5BCC-C163-5680-0DCA242EDF8F}"/>
          </ac:cxnSpMkLst>
        </pc:cxnChg>
        <pc:cxnChg chg="del mod">
          <ac:chgData name="Andres Flores" userId="cbb745aa252d2737" providerId="LiveId" clId="{5B02DD72-2521-4955-B22A-9213A9536617}" dt="2026-05-23T17:53:02.290" v="1129" actId="478"/>
          <ac:cxnSpMkLst>
            <pc:docMk/>
            <pc:sldMk cId="3581458208" sldId="268"/>
            <ac:cxnSpMk id="27" creationId="{841888E1-14C2-8826-A543-ADD47DCB5B1B}"/>
          </ac:cxnSpMkLst>
        </pc:cxnChg>
      </pc:sldChg>
      <pc:sldChg chg="add">
        <pc:chgData name="Andres Flores" userId="cbb745aa252d2737" providerId="LiveId" clId="{5B02DD72-2521-4955-B22A-9213A9536617}" dt="2026-05-23T17:52:48.295" v="1125" actId="2890"/>
        <pc:sldMkLst>
          <pc:docMk/>
          <pc:sldMk cId="3757271453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4A8964-E81E-4CD8-9E66-3907E02864DC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A4693-95F3-4A18-8854-A5FD11779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21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EA4693-95F3-4A18-8854-A5FD117791D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359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5F702-A6B3-CAD6-6539-4C4A12841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A24B7D-17BD-F609-09FA-7F85D2B49F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5AE7D-706E-B4DA-A2B2-8BE319DE4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966A7-CBB7-4DA5-A751-FBE4B3D4E20C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D3D8B-0296-5E47-A00E-0D2E272A1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A8B7B-DB94-C14F-EEDF-68FF1FFFC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C12D-EFAB-4125-96A0-7B8CE2188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001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F5058-6B7F-F3D9-F086-9BC369534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60122-D2F1-0682-8C52-DB216446D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C21EA-768E-099A-6468-743EC425D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966A7-CBB7-4DA5-A751-FBE4B3D4E20C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394DB-722E-FB5C-AE34-BAE2A6C84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FA30E-0294-A447-119C-B17A88242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C12D-EFAB-4125-96A0-7B8CE2188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57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709B7-5CA1-45D6-7242-B67DA49BC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8230D-BC31-682C-73E3-4968D7AB7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A7702-27EE-2B4A-BACA-1BFCECED1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966A7-CBB7-4DA5-A751-FBE4B3D4E20C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5E685-7906-737F-194B-39E6F342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E3EF0-A237-8ECF-A2AE-F13EC5363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C12D-EFAB-4125-96A0-7B8CE2188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39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DCB35-5579-2B60-37E6-197A189FC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1B21F-C476-3A0C-A816-11C62803A4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AC04F-803E-F622-F310-9C72858A50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CE6B0-7475-E4BD-8E1C-249AC40B8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966A7-CBB7-4DA5-A751-FBE4B3D4E20C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D59E3-CDC9-5FE3-B83E-CF5EFABA5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ACC210-1588-5880-24D6-CFA00EBF4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C12D-EFAB-4125-96A0-7B8CE2188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76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F9108-0AC1-E83A-0626-2A748B8ED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04EA5-5EBF-A2D4-34E1-C65140A9B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CAFC8A-1431-3EEE-41AB-C0176E5D3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F9971B-BFC4-10F6-8626-1B2EE7DCEA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273F9F-CC05-2870-F5B6-4EA429CFFF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211C81-656C-E01C-154A-3AE2529F1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966A7-CBB7-4DA5-A751-FBE4B3D4E20C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7700F4-B13E-D266-8D6A-45167B82D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A2DCBF-182A-034C-C348-C6193B19F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C12D-EFAB-4125-96A0-7B8CE2188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836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E72EB-FD1B-4966-1B72-046010A1C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BD06B5-4FCF-B1FD-4703-AFADA62B9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966A7-CBB7-4DA5-A751-FBE4B3D4E20C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83B98E-A4BF-75FE-9A45-93D8C1B98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7336DC-5B88-284E-BD67-2095EA112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C12D-EFAB-4125-96A0-7B8CE2188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399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8F7C18-3AC4-FB40-61D8-2BA0B2EF2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966A7-CBB7-4DA5-A751-FBE4B3D4E20C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0DB287-56A4-A4CC-6950-125AB9465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F4494-065E-8346-2A49-378603ACE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C12D-EFAB-4125-96A0-7B8CE2188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80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EF076-2056-C1ED-AC41-BFCB034DF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7D239-F9A0-5F09-B95C-538A2A5ED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97319-0869-DA2D-22F7-747060A04F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47FA5-3325-4CE7-F3B5-954B75E00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966A7-CBB7-4DA5-A751-FBE4B3D4E20C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333C6-B25A-DDC0-6703-DDD8C632D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01BA7-A014-1268-20CC-8F2DF9341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C12D-EFAB-4125-96A0-7B8CE2188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608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18296-BEF0-59C8-D999-9742ECE61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1D84B0-AD3F-1FF4-0A08-E239A48D6C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3943E7-ABED-BDB8-6AE1-E9942B0E0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20FEE-3673-BDFF-35EA-C11458577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966A7-CBB7-4DA5-A751-FBE4B3D4E20C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214661-AFAB-589A-F7AF-46D8C77B2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470D3C-162F-20E6-5E56-C624B44BA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C12D-EFAB-4125-96A0-7B8CE2188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129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7987C-C35B-CCDA-74A8-5E08AABD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B99F32-8353-060F-272C-502F74C46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8B4D6-931F-0C70-06E9-64574DF16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966A7-CBB7-4DA5-A751-FBE4B3D4E20C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687F5-2559-EA4D-6C40-14DEA6D78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CB413-40BB-EB8B-94F9-31ADE4BE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C12D-EFAB-4125-96A0-7B8CE2188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78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68D988-B3C8-3E30-CD2B-0500F3CCC8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811AA5-EF2D-452A-07C5-A1A6F00BB6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15DD3-EDD2-376A-1135-51CB7DD67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966A7-CBB7-4DA5-A751-FBE4B3D4E20C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122BA-65E5-54A6-238B-C3C3C4D66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60053-E28B-3EB7-11A5-44B44FBBE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C12D-EFAB-4125-96A0-7B8CE2188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564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A451F2-6A1E-8472-5BFD-00CCD6403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CFE2D-0EBD-5C27-1055-C9A734456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44920-51BA-7234-A325-C987BAA9B5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5966A7-CBB7-4DA5-A751-FBE4B3D4E20C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776FC-6838-48EC-D9D6-C4105E22C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2D64F-60F3-6A33-407F-6C965CD8B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75C12D-EFAB-4125-96A0-7B8CE21883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56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image" Target="../media/image17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190.png"/><Relationship Id="rId10" Type="http://schemas.openxmlformats.org/officeDocument/2006/relationships/image" Target="../media/image240.png"/><Relationship Id="rId4" Type="http://schemas.openxmlformats.org/officeDocument/2006/relationships/image" Target="../media/image18.png"/><Relationship Id="rId9" Type="http://schemas.openxmlformats.org/officeDocument/2006/relationships/image" Target="../media/image2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0.png"/><Relationship Id="rId11" Type="http://schemas.openxmlformats.org/officeDocument/2006/relationships/image" Target="../media/image33.png"/><Relationship Id="rId5" Type="http://schemas.openxmlformats.org/officeDocument/2006/relationships/image" Target="../media/image28.png"/><Relationship Id="rId10" Type="http://schemas.openxmlformats.org/officeDocument/2006/relationships/image" Target="../media/image32.png"/><Relationship Id="rId4" Type="http://schemas.openxmlformats.org/officeDocument/2006/relationships/image" Target="../media/image230.png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33.png"/><Relationship Id="rId10" Type="http://schemas.openxmlformats.org/officeDocument/2006/relationships/image" Target="../media/image39.png"/><Relationship Id="rId4" Type="http://schemas.openxmlformats.org/officeDocument/2006/relationships/image" Target="../media/image27.png"/><Relationship Id="rId9" Type="http://schemas.openxmlformats.org/officeDocument/2006/relationships/image" Target="../media/image38.png"/><Relationship Id="rId1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92B9A3A-CEE5-3370-94BA-E62D2EF414C4}"/>
              </a:ext>
            </a:extLst>
          </p:cNvPr>
          <p:cNvGrpSpPr/>
          <p:nvPr/>
        </p:nvGrpSpPr>
        <p:grpSpPr>
          <a:xfrm>
            <a:off x="4395523" y="1702150"/>
            <a:ext cx="3657600" cy="3657600"/>
            <a:chOff x="4395523" y="1702150"/>
            <a:chExt cx="3657600" cy="3657600"/>
          </a:xfrm>
        </p:grpSpPr>
        <p:pic>
          <p:nvPicPr>
            <p:cNvPr id="6" name="Picture 5" descr="The image appears to be a 3D plot or graph, possibly representing a parametric surface or a parametric equation, with coordinates plotted on a three-dimensional grid, showing a range of values for variables x, y, and z.&#10;&#10;AI-generated content may be incorrect.">
              <a:extLst>
                <a:ext uri="{FF2B5EF4-FFF2-40B4-BE49-F238E27FC236}">
                  <a16:creationId xmlns:a16="http://schemas.microsoft.com/office/drawing/2014/main" id="{2DEB4846-575B-7078-A2B5-0EBD9F68D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631" t="11311" r="15869" b="5355"/>
            <a:stretch>
              <a:fillRect/>
            </a:stretch>
          </p:blipFill>
          <p:spPr>
            <a:xfrm>
              <a:off x="4395523" y="1702150"/>
              <a:ext cx="3657600" cy="3657600"/>
            </a:xfrm>
            <a:custGeom>
              <a:avLst/>
              <a:gdLst>
                <a:gd name="csX0" fmla="*/ 0 w 3657600"/>
                <a:gd name="csY0" fmla="*/ 0 h 3657600"/>
                <a:gd name="csX1" fmla="*/ 3657600 w 3657600"/>
                <a:gd name="csY1" fmla="*/ 0 h 3657600"/>
                <a:gd name="csX2" fmla="*/ 3657600 w 3657600"/>
                <a:gd name="csY2" fmla="*/ 3657600 h 3657600"/>
                <a:gd name="csX3" fmla="*/ 0 w 3657600"/>
                <a:gd name="csY3" fmla="*/ 3657600 h 3657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57600" h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657600"/>
                  </a:lnTo>
                  <a:lnTo>
                    <a:pt x="0" y="3657600"/>
                  </a:lnTo>
                  <a:close/>
                </a:path>
              </a:pathLst>
            </a:custGeom>
            <a:ln>
              <a:solidFill>
                <a:schemeClr val="tx1"/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5D19AB8-E42E-3BF9-E210-56659AA2EBAA}"/>
                </a:ext>
              </a:extLst>
            </p:cNvPr>
            <p:cNvSpPr txBox="1"/>
            <p:nvPr/>
          </p:nvSpPr>
          <p:spPr>
            <a:xfrm>
              <a:off x="4810698" y="1702150"/>
              <a:ext cx="282724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000" b="1" dirty="0"/>
                <a:t>Stewart/Gough</a:t>
              </a:r>
            </a:p>
            <a:p>
              <a:pPr algn="ctr"/>
              <a:r>
                <a:rPr lang="en-US" sz="3000" b="1" dirty="0"/>
                <a:t>Platform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1176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12D0A949-7DE3-CCED-D3EE-CE845BE79664}"/>
              </a:ext>
            </a:extLst>
          </p:cNvPr>
          <p:cNvGrpSpPr/>
          <p:nvPr/>
        </p:nvGrpSpPr>
        <p:grpSpPr>
          <a:xfrm>
            <a:off x="3169914" y="1180211"/>
            <a:ext cx="5852172" cy="4497579"/>
            <a:chOff x="3169914" y="1125985"/>
            <a:chExt cx="5852172" cy="449757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853CA4A-9F8A-9C88-0044-3540554E1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155"/>
            <a:stretch>
              <a:fillRect/>
            </a:stretch>
          </p:blipFill>
          <p:spPr>
            <a:xfrm>
              <a:off x="3169914" y="1724025"/>
              <a:ext cx="5852172" cy="3899539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CFCEF1F-66C1-AFDA-4883-05D2234EC431}"/>
                </a:ext>
              </a:extLst>
            </p:cNvPr>
            <p:cNvGrpSpPr/>
            <p:nvPr/>
          </p:nvGrpSpPr>
          <p:grpSpPr>
            <a:xfrm>
              <a:off x="5579845" y="1125985"/>
              <a:ext cx="1762886" cy="1711267"/>
              <a:chOff x="5579845" y="1180849"/>
              <a:chExt cx="1762886" cy="1711267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FFB7DA1C-44F0-E6C2-85FF-F71BA306CEDF}"/>
                  </a:ext>
                </a:extLst>
              </p:cNvPr>
              <p:cNvGrpSpPr/>
              <p:nvPr/>
            </p:nvGrpSpPr>
            <p:grpSpPr>
              <a:xfrm>
                <a:off x="6169015" y="1582158"/>
                <a:ext cx="914400" cy="920151"/>
                <a:chOff x="948519" y="897147"/>
                <a:chExt cx="914400" cy="920151"/>
              </a:xfrm>
            </p:grpSpPr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6D4295EC-3965-37C4-1CA2-F3FA5203A6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48519" y="897147"/>
                  <a:ext cx="0" cy="914400"/>
                </a:xfrm>
                <a:prstGeom prst="straightConnector1">
                  <a:avLst/>
                </a:prstGeom>
                <a:ln>
                  <a:solidFill>
                    <a:srgbClr val="0070C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F90FB02F-2BA3-4C58-AB72-70CC8EF761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48519" y="1811547"/>
                  <a:ext cx="914400" cy="575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26FCE2EA-3707-F77A-EC19-692C076F4EBC}"/>
                      </a:ext>
                    </a:extLst>
                  </p:cNvPr>
                  <p:cNvSpPr txBox="1"/>
                  <p:nvPr/>
                </p:nvSpPr>
                <p:spPr>
                  <a:xfrm>
                    <a:off x="6162664" y="2496558"/>
                    <a:ext cx="1180067" cy="39555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𝒑𝒍𝒂𝒕𝒇𝒐𝒓𝒎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26FCE2EA-3707-F77A-EC19-692C076F4EB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62664" y="2496558"/>
                    <a:ext cx="1180067" cy="39555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923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0A6AA577-15D9-77B1-5383-3E419B21482A}"/>
                      </a:ext>
                    </a:extLst>
                  </p:cNvPr>
                  <p:cNvSpPr txBox="1"/>
                  <p:nvPr/>
                </p:nvSpPr>
                <p:spPr>
                  <a:xfrm>
                    <a:off x="5579845" y="1180849"/>
                    <a:ext cx="1165639" cy="39555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𝒑𝒍𝒂𝒕𝒇𝒐𝒓𝒎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0A6AA577-15D9-77B1-5383-3E419B2148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79845" y="1180849"/>
                    <a:ext cx="1165639" cy="39555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093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7F954C2-2288-A92B-9933-83387C23A652}"/>
                </a:ext>
              </a:extLst>
            </p:cNvPr>
            <p:cNvGrpSpPr/>
            <p:nvPr/>
          </p:nvGrpSpPr>
          <p:grpSpPr>
            <a:xfrm>
              <a:off x="3520806" y="3828587"/>
              <a:ext cx="1300052" cy="1685041"/>
              <a:chOff x="3520806" y="3883451"/>
              <a:chExt cx="1300052" cy="1685041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5230A206-738F-86CE-D0A0-BB113684C93B}"/>
                  </a:ext>
                </a:extLst>
              </p:cNvPr>
              <p:cNvGrpSpPr/>
              <p:nvPr/>
            </p:nvGrpSpPr>
            <p:grpSpPr>
              <a:xfrm>
                <a:off x="3906458" y="4284760"/>
                <a:ext cx="914400" cy="920151"/>
                <a:chOff x="948519" y="897147"/>
                <a:chExt cx="914400" cy="920151"/>
              </a:xfrm>
            </p:grpSpPr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361E480A-1D2B-C6BD-E471-353509F895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48519" y="897147"/>
                  <a:ext cx="0" cy="914400"/>
                </a:xfrm>
                <a:prstGeom prst="straightConnector1">
                  <a:avLst/>
                </a:prstGeom>
                <a:ln>
                  <a:solidFill>
                    <a:srgbClr val="0070C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C6D01335-B22C-6484-9565-90D84B5BB1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48519" y="1811547"/>
                  <a:ext cx="914400" cy="575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220B34C4-2FEE-1DF9-31E1-74A84A147E2E}"/>
                      </a:ext>
                    </a:extLst>
                  </p:cNvPr>
                  <p:cNvSpPr txBox="1"/>
                  <p:nvPr/>
                </p:nvSpPr>
                <p:spPr>
                  <a:xfrm>
                    <a:off x="3899243" y="5199160"/>
                    <a:ext cx="78572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𝒃𝒂𝒔𝒆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220B34C4-2FEE-1DF9-31E1-74A84A147E2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99243" y="5199160"/>
                    <a:ext cx="785728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C5905895-02A6-0797-0068-3ADFDACDCFA5}"/>
                      </a:ext>
                    </a:extLst>
                  </p:cNvPr>
                  <p:cNvSpPr txBox="1"/>
                  <p:nvPr/>
                </p:nvSpPr>
                <p:spPr>
                  <a:xfrm>
                    <a:off x="3520806" y="3883451"/>
                    <a:ext cx="77130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𝒃𝒂𝒔𝒆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C5905895-02A6-0797-0068-3ADFDACDCF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20806" y="3883451"/>
                    <a:ext cx="771301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78990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36765-2BF0-F71D-6E2D-B778F028D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3120F483-FBC1-897B-5784-C0E27FC8EC14}"/>
              </a:ext>
            </a:extLst>
          </p:cNvPr>
          <p:cNvGrpSpPr/>
          <p:nvPr/>
        </p:nvGrpSpPr>
        <p:grpSpPr>
          <a:xfrm>
            <a:off x="3169914" y="1778251"/>
            <a:ext cx="5852172" cy="3899539"/>
            <a:chOff x="3169914" y="1778251"/>
            <a:chExt cx="5852172" cy="3899539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B3312AE-EB93-DF3F-E9F9-A699AE5B1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155"/>
            <a:stretch>
              <a:fillRect/>
            </a:stretch>
          </p:blipFill>
          <p:spPr>
            <a:xfrm>
              <a:off x="3169914" y="1778251"/>
              <a:ext cx="5852172" cy="3899539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DB82FE0-F6C9-9CFF-94E8-2725922F211E}"/>
                </a:ext>
              </a:extLst>
            </p:cNvPr>
            <p:cNvGrpSpPr/>
            <p:nvPr/>
          </p:nvGrpSpPr>
          <p:grpSpPr>
            <a:xfrm>
              <a:off x="3520806" y="2496558"/>
              <a:ext cx="4162694" cy="3071934"/>
              <a:chOff x="3520806" y="2496558"/>
              <a:chExt cx="4162694" cy="3071934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5744054D-A540-7071-2861-DF86E3A7B863}"/>
                  </a:ext>
                </a:extLst>
              </p:cNvPr>
              <p:cNvGrpSpPr/>
              <p:nvPr/>
            </p:nvGrpSpPr>
            <p:grpSpPr>
              <a:xfrm>
                <a:off x="3906458" y="4284760"/>
                <a:ext cx="914400" cy="920151"/>
                <a:chOff x="948519" y="897147"/>
                <a:chExt cx="914400" cy="920151"/>
              </a:xfrm>
            </p:grpSpPr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92ED357D-800A-AFC2-DDB7-0267BEFF83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48519" y="897147"/>
                  <a:ext cx="0" cy="914400"/>
                </a:xfrm>
                <a:prstGeom prst="straightConnector1">
                  <a:avLst/>
                </a:prstGeom>
                <a:ln>
                  <a:solidFill>
                    <a:srgbClr val="0070C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C540973D-3139-DC4C-46E4-67A4F89E55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48519" y="1811547"/>
                  <a:ext cx="914400" cy="575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2EE686DA-DC69-3247-E875-2DC94EB9DDCA}"/>
                      </a:ext>
                    </a:extLst>
                  </p:cNvPr>
                  <p:cNvSpPr txBox="1"/>
                  <p:nvPr/>
                </p:nvSpPr>
                <p:spPr>
                  <a:xfrm>
                    <a:off x="3899243" y="5199160"/>
                    <a:ext cx="78572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𝒃𝒂𝒔𝒆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2EE686DA-DC69-3247-E875-2DC94EB9DD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99243" y="5199160"/>
                    <a:ext cx="785728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610356C2-BB61-8D5F-0764-ABD65DED6F7F}"/>
                      </a:ext>
                    </a:extLst>
                  </p:cNvPr>
                  <p:cNvSpPr txBox="1"/>
                  <p:nvPr/>
                </p:nvSpPr>
                <p:spPr>
                  <a:xfrm>
                    <a:off x="3520806" y="3883451"/>
                    <a:ext cx="77130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𝒃𝒂𝒔𝒆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610356C2-BB61-8D5F-0764-ABD65DED6F7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20806" y="3883451"/>
                    <a:ext cx="771301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0AD30871-5087-A261-58D3-74951D3D6B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06458" y="4518025"/>
                <a:ext cx="754442" cy="681135"/>
              </a:xfrm>
              <a:prstGeom prst="straightConnector1">
                <a:avLst/>
              </a:prstGeom>
              <a:ln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8579FAF6-5E70-E0C1-ACD6-1779CDF203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06458" y="4518025"/>
                <a:ext cx="3777042" cy="681135"/>
              </a:xfrm>
              <a:prstGeom prst="straightConnector1">
                <a:avLst/>
              </a:prstGeom>
              <a:ln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125794D8-D81B-334F-B827-15165DACD5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06458" y="2496558"/>
                <a:ext cx="2256206" cy="2702602"/>
              </a:xfrm>
              <a:prstGeom prst="straightConnector1">
                <a:avLst/>
              </a:prstGeom>
              <a:ln>
                <a:solidFill>
                  <a:schemeClr val="accent2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TextBox 1">
                    <a:extLst>
                      <a:ext uri="{FF2B5EF4-FFF2-40B4-BE49-F238E27FC236}">
                        <a16:creationId xmlns:a16="http://schemas.microsoft.com/office/drawing/2014/main" id="{3703694A-907E-2019-8A7B-302AC6969645}"/>
                      </a:ext>
                    </a:extLst>
                  </p:cNvPr>
                  <p:cNvSpPr txBox="1"/>
                  <p:nvPr/>
                </p:nvSpPr>
                <p:spPr>
                  <a:xfrm>
                    <a:off x="4321149" y="4704704"/>
                    <a:ext cx="419730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4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1400" b="1" dirty="0"/>
                  </a:p>
                </p:txBody>
              </p:sp>
            </mc:Choice>
            <mc:Fallback xmlns="">
              <p:sp>
                <p:nvSpPr>
                  <p:cNvPr id="2" name="TextBox 1">
                    <a:extLst>
                      <a:ext uri="{FF2B5EF4-FFF2-40B4-BE49-F238E27FC236}">
                        <a16:creationId xmlns:a16="http://schemas.microsoft.com/office/drawing/2014/main" id="{3703694A-907E-2019-8A7B-302AC696964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21149" y="4704704"/>
                    <a:ext cx="419730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5CA2933A-B6B0-1F9D-0C88-CBEF5908945D}"/>
                      </a:ext>
                    </a:extLst>
                  </p:cNvPr>
                  <p:cNvSpPr txBox="1"/>
                  <p:nvPr/>
                </p:nvSpPr>
                <p:spPr>
                  <a:xfrm>
                    <a:off x="6202362" y="4741960"/>
                    <a:ext cx="419730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4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1400" b="1" dirty="0"/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5CA2933A-B6B0-1F9D-0C88-CBEF5908945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02362" y="4741960"/>
                    <a:ext cx="419730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5A0346A7-1760-2913-58A1-6D655DD4BB8C}"/>
                      </a:ext>
                    </a:extLst>
                  </p:cNvPr>
                  <p:cNvSpPr txBox="1"/>
                  <p:nvPr/>
                </p:nvSpPr>
                <p:spPr>
                  <a:xfrm>
                    <a:off x="5310711" y="3429000"/>
                    <a:ext cx="344966" cy="33393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en-US" sz="14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</m:acc>
                        </m:oMath>
                      </m:oMathPara>
                    </a14:m>
                    <a:endParaRPr lang="en-US" sz="1400" b="1" dirty="0"/>
                  </a:p>
                </p:txBody>
              </p:sp>
            </mc:Choice>
            <mc:Fallback xmlns="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5A0346A7-1760-2913-58A1-6D655DD4BB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10711" y="3429000"/>
                    <a:ext cx="344966" cy="33393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714662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13730-2CD1-72FF-EE13-3D23D0D78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C62B24A-92DE-5733-A705-8ABC3208A312}"/>
              </a:ext>
            </a:extLst>
          </p:cNvPr>
          <p:cNvGrpSpPr/>
          <p:nvPr/>
        </p:nvGrpSpPr>
        <p:grpSpPr>
          <a:xfrm>
            <a:off x="3169914" y="1180849"/>
            <a:ext cx="5852172" cy="4496941"/>
            <a:chOff x="3169914" y="1180849"/>
            <a:chExt cx="5852172" cy="449694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4F47FC2-0E03-0FC7-47C0-1BA061CCB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155"/>
            <a:stretch>
              <a:fillRect/>
            </a:stretch>
          </p:blipFill>
          <p:spPr>
            <a:xfrm>
              <a:off x="3169914" y="1778251"/>
              <a:ext cx="5852172" cy="3899539"/>
            </a:xfrm>
            <a:prstGeom prst="rect">
              <a:avLst/>
            </a:prstGeom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C792A3D-0333-2A49-2EF1-B1EEF261D069}"/>
                </a:ext>
              </a:extLst>
            </p:cNvPr>
            <p:cNvGrpSpPr/>
            <p:nvPr/>
          </p:nvGrpSpPr>
          <p:grpSpPr>
            <a:xfrm>
              <a:off x="5410200" y="1180849"/>
              <a:ext cx="1932531" cy="1711267"/>
              <a:chOff x="5410200" y="1180849"/>
              <a:chExt cx="1932531" cy="1711267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DA246A45-C205-6BEF-BDCE-E4DE6BB7AA62}"/>
                  </a:ext>
                </a:extLst>
              </p:cNvPr>
              <p:cNvGrpSpPr/>
              <p:nvPr/>
            </p:nvGrpSpPr>
            <p:grpSpPr>
              <a:xfrm>
                <a:off x="6169015" y="1582158"/>
                <a:ext cx="914400" cy="920151"/>
                <a:chOff x="948519" y="897147"/>
                <a:chExt cx="914400" cy="920151"/>
              </a:xfrm>
            </p:grpSpPr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3F02A3C3-4034-C4E8-74D3-E15C9F9CF1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48519" y="897147"/>
                  <a:ext cx="0" cy="914400"/>
                </a:xfrm>
                <a:prstGeom prst="straightConnector1">
                  <a:avLst/>
                </a:prstGeom>
                <a:ln>
                  <a:solidFill>
                    <a:srgbClr val="0070C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Arrow Connector 82">
                  <a:extLst>
                    <a:ext uri="{FF2B5EF4-FFF2-40B4-BE49-F238E27FC236}">
                      <a16:creationId xmlns:a16="http://schemas.microsoft.com/office/drawing/2014/main" id="{1C0B4A80-31DE-DF0B-1A9E-90CC2BCB31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48519" y="1811547"/>
                  <a:ext cx="914400" cy="575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A00C20AB-EF14-3CB3-069B-8C0925E6DFA3}"/>
                      </a:ext>
                    </a:extLst>
                  </p:cNvPr>
                  <p:cNvSpPr txBox="1"/>
                  <p:nvPr/>
                </p:nvSpPr>
                <p:spPr>
                  <a:xfrm>
                    <a:off x="6162664" y="2496558"/>
                    <a:ext cx="1180067" cy="39555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𝒑𝒍𝒂𝒕𝒇𝒐𝒓𝒎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5" name="TextBox 74">
                    <a:extLst>
                      <a:ext uri="{FF2B5EF4-FFF2-40B4-BE49-F238E27FC236}">
                        <a16:creationId xmlns:a16="http://schemas.microsoft.com/office/drawing/2014/main" id="{A00C20AB-EF14-3CB3-069B-8C0925E6DFA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62664" y="2496558"/>
                    <a:ext cx="1180067" cy="39555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093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F9BC3368-AD27-C46E-6348-DF9C183FE458}"/>
                      </a:ext>
                    </a:extLst>
                  </p:cNvPr>
                  <p:cNvSpPr txBox="1"/>
                  <p:nvPr/>
                </p:nvSpPr>
                <p:spPr>
                  <a:xfrm>
                    <a:off x="5579845" y="1180849"/>
                    <a:ext cx="1165639" cy="39555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𝒑𝒍𝒂𝒕𝒇𝒐𝒓𝒎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F9BC3368-AD27-C46E-6348-DF9C183FE4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79845" y="1180849"/>
                    <a:ext cx="1165639" cy="39555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923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561E618B-9445-2A5E-6B24-A5DC8AC03A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10200" y="2496558"/>
                <a:ext cx="752463" cy="0"/>
              </a:xfrm>
              <a:prstGeom prst="straightConnector1">
                <a:avLst/>
              </a:prstGeom>
              <a:ln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B3FB82E1-116C-9DDD-930F-6D8AA34C8A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84888" y="2496558"/>
                <a:ext cx="752463" cy="0"/>
              </a:xfrm>
              <a:prstGeom prst="straightConnector1">
                <a:avLst/>
              </a:prstGeom>
              <a:ln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TextBox 78">
                    <a:extLst>
                      <a:ext uri="{FF2B5EF4-FFF2-40B4-BE49-F238E27FC236}">
                        <a16:creationId xmlns:a16="http://schemas.microsoft.com/office/drawing/2014/main" id="{E4B983B5-AF42-A467-4642-89A6FC6BDD66}"/>
                      </a:ext>
                    </a:extLst>
                  </p:cNvPr>
                  <p:cNvSpPr txBox="1"/>
                  <p:nvPr/>
                </p:nvSpPr>
                <p:spPr>
                  <a:xfrm>
                    <a:off x="5612813" y="2186391"/>
                    <a:ext cx="416524" cy="33983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4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1400" b="1" dirty="0"/>
                  </a:p>
                </p:txBody>
              </p:sp>
            </mc:Choice>
            <mc:Fallback xmlns="">
              <p:sp>
                <p:nvSpPr>
                  <p:cNvPr id="79" name="TextBox 78">
                    <a:extLst>
                      <a:ext uri="{FF2B5EF4-FFF2-40B4-BE49-F238E27FC236}">
                        <a16:creationId xmlns:a16="http://schemas.microsoft.com/office/drawing/2014/main" id="{E4B983B5-AF42-A467-4642-89A6FC6BDD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12813" y="2186391"/>
                    <a:ext cx="416524" cy="33983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4717C273-8D52-1716-0F22-90936F14C758}"/>
                      </a:ext>
                    </a:extLst>
                  </p:cNvPr>
                  <p:cNvSpPr txBox="1"/>
                  <p:nvPr/>
                </p:nvSpPr>
                <p:spPr>
                  <a:xfrm>
                    <a:off x="6352857" y="2186391"/>
                    <a:ext cx="416524" cy="33983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400" b="1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1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1400" b="1" dirty="0"/>
                  </a:p>
                </p:txBody>
              </p:sp>
            </mc:Choice>
            <mc:Fallback xmlns=""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4717C273-8D52-1716-0F22-90936F14C7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52857" y="2186391"/>
                    <a:ext cx="416524" cy="33983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908997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3F2D3-0BD5-7BD2-C6C3-0094002D5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28F9C24-529D-CCDC-7279-C77FFC77879D}"/>
              </a:ext>
            </a:extLst>
          </p:cNvPr>
          <p:cNvGrpSpPr/>
          <p:nvPr/>
        </p:nvGrpSpPr>
        <p:grpSpPr>
          <a:xfrm>
            <a:off x="3169914" y="1778251"/>
            <a:ext cx="5852172" cy="3899539"/>
            <a:chOff x="3169914" y="1778251"/>
            <a:chExt cx="5852172" cy="389953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BDABE12-0B87-78D3-C1CF-CF29E7A547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155"/>
            <a:stretch>
              <a:fillRect/>
            </a:stretch>
          </p:blipFill>
          <p:spPr>
            <a:xfrm>
              <a:off x="3169914" y="1778251"/>
              <a:ext cx="5852172" cy="3899539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320524A-7AB6-6997-30E3-BEAC9D328293}"/>
                </a:ext>
              </a:extLst>
            </p:cNvPr>
            <p:cNvGrpSpPr/>
            <p:nvPr/>
          </p:nvGrpSpPr>
          <p:grpSpPr>
            <a:xfrm>
              <a:off x="5193792" y="2267712"/>
              <a:ext cx="1982727" cy="457200"/>
              <a:chOff x="5184648" y="2267712"/>
              <a:chExt cx="1982727" cy="457200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6ED5053F-AB43-15C1-CFA3-FFC7C9DB8CE1}"/>
                  </a:ext>
                </a:extLst>
              </p:cNvPr>
              <p:cNvSpPr/>
              <p:nvPr/>
            </p:nvSpPr>
            <p:spPr>
              <a:xfrm>
                <a:off x="5184648" y="2267712"/>
                <a:ext cx="457200" cy="457200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/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F6B71F68-236E-8279-E070-4CE2A733AD3E}"/>
                  </a:ext>
                </a:extLst>
              </p:cNvPr>
              <p:cNvSpPr/>
              <p:nvPr/>
            </p:nvSpPr>
            <p:spPr>
              <a:xfrm>
                <a:off x="6710175" y="2267712"/>
                <a:ext cx="457200" cy="457200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93695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79FFC-3577-47B7-0D9D-A9C06CEC4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C44568D-604E-3973-7238-698CE86DC801}"/>
              </a:ext>
            </a:extLst>
          </p:cNvPr>
          <p:cNvGrpSpPr/>
          <p:nvPr/>
        </p:nvGrpSpPr>
        <p:grpSpPr>
          <a:xfrm>
            <a:off x="4439370" y="1002267"/>
            <a:ext cx="2748181" cy="4484133"/>
            <a:chOff x="4439370" y="1002267"/>
            <a:chExt cx="2748181" cy="4484133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F1C5552-CF59-6919-13E8-2A704B050016}"/>
                </a:ext>
              </a:extLst>
            </p:cNvPr>
            <p:cNvGrpSpPr/>
            <p:nvPr/>
          </p:nvGrpSpPr>
          <p:grpSpPr>
            <a:xfrm>
              <a:off x="4439370" y="1371600"/>
              <a:ext cx="2743200" cy="4114800"/>
              <a:chOff x="4186687" y="2057400"/>
              <a:chExt cx="2743200" cy="4114800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4C777E8B-ACE5-36D6-120A-4355183C1E1E}"/>
                  </a:ext>
                </a:extLst>
              </p:cNvPr>
              <p:cNvSpPr/>
              <p:nvPr/>
            </p:nvSpPr>
            <p:spPr>
              <a:xfrm>
                <a:off x="4186687" y="3429000"/>
                <a:ext cx="2743200" cy="27432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52740D25-7494-AAB0-B1F8-9DB630983BA3}"/>
                  </a:ext>
                </a:extLst>
              </p:cNvPr>
              <p:cNvCxnSpPr>
                <a:cxnSpLocks/>
                <a:stCxn id="2" idx="2"/>
                <a:endCxn id="2" idx="6"/>
              </p:cNvCxnSpPr>
              <p:nvPr/>
            </p:nvCxnSpPr>
            <p:spPr>
              <a:xfrm>
                <a:off x="4186687" y="4800600"/>
                <a:ext cx="274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84933EA9-806B-DAC1-4850-47CC1C88AFE8}"/>
                      </a:ext>
                    </a:extLst>
                  </p:cNvPr>
                  <p:cNvSpPr txBox="1"/>
                  <p:nvPr/>
                </p:nvSpPr>
                <p:spPr>
                  <a:xfrm>
                    <a:off x="5680951" y="4484132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84933EA9-806B-DAC1-4850-47CC1C88AF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0951" y="4484132"/>
                    <a:ext cx="375424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3554B451-D4D2-C56A-1665-563780B85FAE}"/>
                  </a:ext>
                </a:extLst>
              </p:cNvPr>
              <p:cNvCxnSpPr>
                <a:cxnSpLocks/>
                <a:stCxn id="2" idx="4"/>
              </p:cNvCxnSpPr>
              <p:nvPr/>
            </p:nvCxnSpPr>
            <p:spPr>
              <a:xfrm flipV="1">
                <a:off x="5558287" y="2057400"/>
                <a:ext cx="0" cy="41148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4AC3C328-8A13-91CC-2859-C50E778A281F}"/>
                  </a:ext>
                </a:extLst>
              </p:cNvPr>
              <p:cNvCxnSpPr>
                <a:cxnSpLocks/>
                <a:endCxn id="2" idx="7"/>
              </p:cNvCxnSpPr>
              <p:nvPr/>
            </p:nvCxnSpPr>
            <p:spPr>
              <a:xfrm flipV="1">
                <a:off x="5558287" y="3830732"/>
                <a:ext cx="969868" cy="969868"/>
              </a:xfrm>
              <a:prstGeom prst="line">
                <a:avLst/>
              </a:prstGeom>
              <a:ln w="28575">
                <a:solidFill>
                  <a:srgbClr val="0070C0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DFCC1706-D92F-F3AB-FECC-191B22B5462F}"/>
                  </a:ext>
                </a:extLst>
              </p:cNvPr>
              <p:cNvCxnSpPr>
                <a:cxnSpLocks/>
                <a:endCxn id="2" idx="7"/>
              </p:cNvCxnSpPr>
              <p:nvPr/>
            </p:nvCxnSpPr>
            <p:spPr>
              <a:xfrm>
                <a:off x="5558286" y="2057400"/>
                <a:ext cx="969869" cy="1773332"/>
              </a:xfrm>
              <a:prstGeom prst="line">
                <a:avLst/>
              </a:prstGeom>
              <a:ln w="28575">
                <a:solidFill>
                  <a:schemeClr val="accent2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98C2D84D-139F-544C-FDD1-2C48864792B6}"/>
                      </a:ext>
                    </a:extLst>
                  </p:cNvPr>
                  <p:cNvSpPr txBox="1"/>
                  <p:nvPr/>
                </p:nvSpPr>
                <p:spPr>
                  <a:xfrm>
                    <a:off x="5866251" y="3995625"/>
                    <a:ext cx="31611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</m:oMath>
                      </m:oMathPara>
                    </a14:m>
                    <a:endParaRPr lang="en-US" b="1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98C2D84D-139F-544C-FDD1-2C48864792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66251" y="3995625"/>
                    <a:ext cx="316112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6AE64E73-6B7B-0A04-FDE0-CA4C1D25F15B}"/>
                      </a:ext>
                    </a:extLst>
                  </p:cNvPr>
                  <p:cNvSpPr txBox="1"/>
                  <p:nvPr/>
                </p:nvSpPr>
                <p:spPr>
                  <a:xfrm>
                    <a:off x="6058355" y="2755827"/>
                    <a:ext cx="36099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oMath>
                      </m:oMathPara>
                    </a14:m>
                    <a:endParaRPr lang="en-US" b="1" dirty="0">
                      <a:solidFill>
                        <a:schemeClr val="accent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6AE64E73-6B7B-0A04-FDE0-CA4C1D25F15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8355" y="2755827"/>
                    <a:ext cx="360996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62F5EC9-5B44-909A-ECAA-BDC85283E1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0969" y="1414732"/>
              <a:ext cx="0" cy="2700067"/>
            </a:xfrm>
            <a:prstGeom prst="straightConnector1">
              <a:avLst/>
            </a:prstGeom>
            <a:ln w="19050">
              <a:solidFill>
                <a:srgbClr val="00B05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B4787B9-C846-6010-5445-1AAD42A45BBC}"/>
                    </a:ext>
                  </a:extLst>
                </p:cNvPr>
                <p:cNvSpPr txBox="1"/>
                <p:nvPr/>
              </p:nvSpPr>
              <p:spPr>
                <a:xfrm>
                  <a:off x="5466003" y="2409262"/>
                  <a:ext cx="344966" cy="33393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14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</m:acc>
                      </m:oMath>
                    </m:oMathPara>
                  </a14:m>
                  <a:endParaRPr lang="en-US" sz="1400" b="1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B4787B9-C846-6010-5445-1AAD42A45B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6003" y="2409262"/>
                  <a:ext cx="344966" cy="33393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21E34C5-80E9-2B23-C328-516CFA9034C8}"/>
                    </a:ext>
                  </a:extLst>
                </p:cNvPr>
                <p:cNvSpPr txBox="1"/>
                <p:nvPr/>
              </p:nvSpPr>
              <p:spPr>
                <a:xfrm>
                  <a:off x="5619249" y="1002267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21E34C5-80E9-2B23-C328-516CFA9034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9249" y="1002267"/>
                  <a:ext cx="38343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595BFC4-3D5F-2019-43E6-882817A45B53}"/>
                    </a:ext>
                  </a:extLst>
                </p:cNvPr>
                <p:cNvSpPr txBox="1"/>
                <p:nvPr/>
              </p:nvSpPr>
              <p:spPr>
                <a:xfrm>
                  <a:off x="6789686" y="2927527"/>
                  <a:ext cx="3978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595BFC4-3D5F-2019-43E6-882817A45B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9686" y="2927527"/>
                  <a:ext cx="397865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C4DEDA0-E0DB-C5B3-6F16-9ACCD965491B}"/>
                    </a:ext>
                  </a:extLst>
                </p:cNvPr>
                <p:cNvSpPr txBox="1"/>
                <p:nvPr/>
              </p:nvSpPr>
              <p:spPr>
                <a:xfrm>
                  <a:off x="5517006" y="4079405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C4DEDA0-E0DB-C5B3-6F16-9ACCD96549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7006" y="4079405"/>
                  <a:ext cx="383438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81458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56B27-2EAD-6EB5-1E31-B842A813D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F9CE6EF-40D1-5B2E-D315-B05E62901A8D}"/>
              </a:ext>
            </a:extLst>
          </p:cNvPr>
          <p:cNvGrpSpPr/>
          <p:nvPr/>
        </p:nvGrpSpPr>
        <p:grpSpPr>
          <a:xfrm>
            <a:off x="4439370" y="1002267"/>
            <a:ext cx="2748181" cy="4484133"/>
            <a:chOff x="4439370" y="1002267"/>
            <a:chExt cx="2748181" cy="4484133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30BE1B6-EE4D-FE6B-01BA-399DE9AE1D54}"/>
                </a:ext>
              </a:extLst>
            </p:cNvPr>
            <p:cNvGrpSpPr/>
            <p:nvPr/>
          </p:nvGrpSpPr>
          <p:grpSpPr>
            <a:xfrm>
              <a:off x="4439370" y="1371600"/>
              <a:ext cx="2743200" cy="4114800"/>
              <a:chOff x="4186687" y="2057400"/>
              <a:chExt cx="2743200" cy="4114800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E8942D72-D60C-6A1A-E9B8-30BE0A532252}"/>
                  </a:ext>
                </a:extLst>
              </p:cNvPr>
              <p:cNvSpPr/>
              <p:nvPr/>
            </p:nvSpPr>
            <p:spPr>
              <a:xfrm>
                <a:off x="4186687" y="3429000"/>
                <a:ext cx="2743200" cy="27432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40F1BEA0-1C24-4137-D4C2-7874B82632A2}"/>
                  </a:ext>
                </a:extLst>
              </p:cNvPr>
              <p:cNvCxnSpPr>
                <a:cxnSpLocks/>
                <a:stCxn id="2" idx="2"/>
                <a:endCxn id="2" idx="6"/>
              </p:cNvCxnSpPr>
              <p:nvPr/>
            </p:nvCxnSpPr>
            <p:spPr>
              <a:xfrm>
                <a:off x="4186687" y="4800600"/>
                <a:ext cx="2743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E80F794F-5B62-AC29-2AB8-E4895FE30812}"/>
                      </a:ext>
                    </a:extLst>
                  </p:cNvPr>
                  <p:cNvSpPr txBox="1"/>
                  <p:nvPr/>
                </p:nvSpPr>
                <p:spPr>
                  <a:xfrm>
                    <a:off x="5680951" y="4484132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E80F794F-5B62-AC29-2AB8-E4895FE308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0951" y="4484132"/>
                    <a:ext cx="375424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16A770EE-8854-406C-0E4B-78108ADF6AC0}"/>
                  </a:ext>
                </a:extLst>
              </p:cNvPr>
              <p:cNvCxnSpPr>
                <a:cxnSpLocks/>
                <a:stCxn id="2" idx="4"/>
              </p:cNvCxnSpPr>
              <p:nvPr/>
            </p:nvCxnSpPr>
            <p:spPr>
              <a:xfrm flipV="1">
                <a:off x="5558287" y="2057400"/>
                <a:ext cx="0" cy="41148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7E9D89D1-D48A-0737-B35E-A8E519E0A770}"/>
                  </a:ext>
                </a:extLst>
              </p:cNvPr>
              <p:cNvCxnSpPr>
                <a:cxnSpLocks/>
                <a:endCxn id="2" idx="7"/>
              </p:cNvCxnSpPr>
              <p:nvPr/>
            </p:nvCxnSpPr>
            <p:spPr>
              <a:xfrm flipV="1">
                <a:off x="5558287" y="3830732"/>
                <a:ext cx="969868" cy="969868"/>
              </a:xfrm>
              <a:prstGeom prst="line">
                <a:avLst/>
              </a:prstGeom>
              <a:ln w="28575">
                <a:solidFill>
                  <a:srgbClr val="0070C0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314A41DB-A70D-24DE-25C4-B7C895077022}"/>
                  </a:ext>
                </a:extLst>
              </p:cNvPr>
              <p:cNvCxnSpPr>
                <a:cxnSpLocks/>
                <a:endCxn id="2" idx="7"/>
              </p:cNvCxnSpPr>
              <p:nvPr/>
            </p:nvCxnSpPr>
            <p:spPr>
              <a:xfrm>
                <a:off x="5558286" y="2057400"/>
                <a:ext cx="969869" cy="1773332"/>
              </a:xfrm>
              <a:prstGeom prst="line">
                <a:avLst/>
              </a:prstGeom>
              <a:ln w="28575">
                <a:solidFill>
                  <a:schemeClr val="accent2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2DE444C1-B8C6-5516-F660-FAFC11E3B484}"/>
                  </a:ext>
                </a:extLst>
              </p:cNvPr>
              <p:cNvCxnSpPr>
                <a:cxnSpLocks/>
                <a:stCxn id="2" idx="7"/>
              </p:cNvCxnSpPr>
              <p:nvPr/>
            </p:nvCxnSpPr>
            <p:spPr>
              <a:xfrm>
                <a:off x="6528155" y="3830732"/>
                <a:ext cx="0" cy="957241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E4B17AB6-548C-A24D-7974-725316A001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58286" y="4800599"/>
                <a:ext cx="985389" cy="0"/>
              </a:xfrm>
              <a:prstGeom prst="line">
                <a:avLst/>
              </a:prstGeom>
              <a:ln w="28575">
                <a:solidFill>
                  <a:srgbClr val="972FFF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E44FF28C-4CC4-B73A-8F0D-14C2C4829CDE}"/>
                      </a:ext>
                    </a:extLst>
                  </p:cNvPr>
                  <p:cNvSpPr txBox="1"/>
                  <p:nvPr/>
                </p:nvSpPr>
                <p:spPr>
                  <a:xfrm>
                    <a:off x="5866251" y="3995625"/>
                    <a:ext cx="31611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</m:oMath>
                      </m:oMathPara>
                    </a14:m>
                    <a:endParaRPr lang="en-US" b="1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E44FF28C-4CC4-B73A-8F0D-14C2C4829C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66251" y="3995625"/>
                    <a:ext cx="316112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C9A9CBD5-EE17-EED4-AC20-A98673BAF7E7}"/>
                      </a:ext>
                    </a:extLst>
                  </p:cNvPr>
                  <p:cNvSpPr txBox="1"/>
                  <p:nvPr/>
                </p:nvSpPr>
                <p:spPr>
                  <a:xfrm>
                    <a:off x="6058355" y="2755827"/>
                    <a:ext cx="36099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oMath>
                      </m:oMathPara>
                    </a14:m>
                    <a:endParaRPr lang="en-US" b="1" dirty="0">
                      <a:solidFill>
                        <a:schemeClr val="accent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C9A9CBD5-EE17-EED4-AC20-A98673BAF7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8355" y="2755827"/>
                    <a:ext cx="360996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6BB3E926-8100-01E6-78AE-19C51BCBB720}"/>
                      </a:ext>
                    </a:extLst>
                  </p:cNvPr>
                  <p:cNvSpPr txBox="1"/>
                  <p:nvPr/>
                </p:nvSpPr>
                <p:spPr>
                  <a:xfrm>
                    <a:off x="6482490" y="4130999"/>
                    <a:ext cx="426655" cy="39478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6BB3E926-8100-01E6-78AE-19C51BCBB7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82490" y="4130999"/>
                    <a:ext cx="426655" cy="39478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46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EBBC2AF4-13F7-B9DF-A3CC-1855D84A105C}"/>
                      </a:ext>
                    </a:extLst>
                  </p:cNvPr>
                  <p:cNvSpPr txBox="1"/>
                  <p:nvPr/>
                </p:nvSpPr>
                <p:spPr>
                  <a:xfrm>
                    <a:off x="5854103" y="4806151"/>
                    <a:ext cx="42344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972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972FFF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972FFF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</m:oMath>
                      </m:oMathPara>
                    </a14:m>
                    <a:endParaRPr lang="en-US" b="1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EBBC2AF4-13F7-B9DF-A3CC-1855D84A10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54103" y="4806151"/>
                    <a:ext cx="423449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36584D14-7119-AD17-8558-BBBFEC62E0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0969" y="1414732"/>
              <a:ext cx="0" cy="2700067"/>
            </a:xfrm>
            <a:prstGeom prst="straightConnector1">
              <a:avLst/>
            </a:prstGeom>
            <a:ln w="19050">
              <a:solidFill>
                <a:srgbClr val="00B05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CBBC85F-0221-A528-A336-1AF4CDF2CD47}"/>
                    </a:ext>
                  </a:extLst>
                </p:cNvPr>
                <p:cNvSpPr txBox="1"/>
                <p:nvPr/>
              </p:nvSpPr>
              <p:spPr>
                <a:xfrm>
                  <a:off x="5466003" y="2409262"/>
                  <a:ext cx="344966" cy="33393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sz="14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</m:acc>
                      </m:oMath>
                    </m:oMathPara>
                  </a14:m>
                  <a:endParaRPr lang="en-US" sz="1400" b="1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CBBC85F-0221-A528-A336-1AF4CDF2CD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6003" y="2409262"/>
                  <a:ext cx="344966" cy="33393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910511F-209A-5AE5-AF05-D57FE7388F0E}"/>
                    </a:ext>
                  </a:extLst>
                </p:cNvPr>
                <p:cNvSpPr txBox="1"/>
                <p:nvPr/>
              </p:nvSpPr>
              <p:spPr>
                <a:xfrm>
                  <a:off x="5619249" y="1002267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910511F-209A-5AE5-AF05-D57FE7388F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9249" y="1002267"/>
                  <a:ext cx="383438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120E74F-E0D4-1258-6C4F-3AF4AEF285F6}"/>
                    </a:ext>
                  </a:extLst>
                </p:cNvPr>
                <p:cNvSpPr txBox="1"/>
                <p:nvPr/>
              </p:nvSpPr>
              <p:spPr>
                <a:xfrm>
                  <a:off x="6789686" y="2927527"/>
                  <a:ext cx="3978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120E74F-E0D4-1258-6C4F-3AF4AEF285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9686" y="2927527"/>
                  <a:ext cx="397865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CF4F7FB-B940-AE12-8397-25283E64BD9A}"/>
                    </a:ext>
                  </a:extLst>
                </p:cNvPr>
                <p:cNvSpPr txBox="1"/>
                <p:nvPr/>
              </p:nvSpPr>
              <p:spPr>
                <a:xfrm>
                  <a:off x="5517006" y="4079405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CF4F7FB-B940-AE12-8397-25283E64BD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7006" y="4079405"/>
                  <a:ext cx="383438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57271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63D7586F-F6C3-14EC-DD72-B5AFF6C6792E}"/>
              </a:ext>
            </a:extLst>
          </p:cNvPr>
          <p:cNvGrpSpPr/>
          <p:nvPr/>
        </p:nvGrpSpPr>
        <p:grpSpPr>
          <a:xfrm>
            <a:off x="4439370" y="1371600"/>
            <a:ext cx="3313261" cy="4114800"/>
            <a:chOff x="4186687" y="2057400"/>
            <a:chExt cx="3313261" cy="411480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D42F3DAB-4603-62FC-2F85-AC884D4F38CC}"/>
                </a:ext>
              </a:extLst>
            </p:cNvPr>
            <p:cNvSpPr/>
            <p:nvPr/>
          </p:nvSpPr>
          <p:spPr>
            <a:xfrm>
              <a:off x="4186687" y="3429000"/>
              <a:ext cx="2743200" cy="2743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F094B2A-385B-57D2-79DD-D05D1DC5928A}"/>
                </a:ext>
              </a:extLst>
            </p:cNvPr>
            <p:cNvCxnSpPr>
              <a:cxnSpLocks/>
              <a:stCxn id="2" idx="2"/>
              <a:endCxn id="2" idx="6"/>
            </p:cNvCxnSpPr>
            <p:nvPr/>
          </p:nvCxnSpPr>
          <p:spPr>
            <a:xfrm>
              <a:off x="4186687" y="4800600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6B9F3FD-ADE2-9AC9-297F-BD01A15D8795}"/>
                    </a:ext>
                  </a:extLst>
                </p:cNvPr>
                <p:cNvSpPr txBox="1"/>
                <p:nvPr/>
              </p:nvSpPr>
              <p:spPr>
                <a:xfrm>
                  <a:off x="5680951" y="4484132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6B9F3FD-ADE2-9AC9-297F-BD01A15D87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0951" y="4484132"/>
                  <a:ext cx="375424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82E3643-DF53-0251-2D59-E67A88F4F3F2}"/>
                </a:ext>
              </a:extLst>
            </p:cNvPr>
            <p:cNvCxnSpPr>
              <a:cxnSpLocks/>
              <a:stCxn id="2" idx="4"/>
            </p:cNvCxnSpPr>
            <p:nvPr/>
          </p:nvCxnSpPr>
          <p:spPr>
            <a:xfrm flipV="1">
              <a:off x="5558287" y="2057400"/>
              <a:ext cx="0" cy="4114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9D553AE-2489-E8AC-F5CA-887ABB133F4E}"/>
                </a:ext>
              </a:extLst>
            </p:cNvPr>
            <p:cNvCxnSpPr>
              <a:cxnSpLocks/>
              <a:endCxn id="2" idx="7"/>
            </p:cNvCxnSpPr>
            <p:nvPr/>
          </p:nvCxnSpPr>
          <p:spPr>
            <a:xfrm flipV="1">
              <a:off x="5558287" y="3830732"/>
              <a:ext cx="969868" cy="969868"/>
            </a:xfrm>
            <a:prstGeom prst="line">
              <a:avLst/>
            </a:prstGeom>
            <a:ln w="28575">
              <a:solidFill>
                <a:srgbClr val="0070C0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66E0818-38F3-ABFF-1A9A-05E436F65015}"/>
                </a:ext>
              </a:extLst>
            </p:cNvPr>
            <p:cNvCxnSpPr>
              <a:cxnSpLocks/>
              <a:endCxn id="2" idx="7"/>
            </p:cNvCxnSpPr>
            <p:nvPr/>
          </p:nvCxnSpPr>
          <p:spPr>
            <a:xfrm>
              <a:off x="5558286" y="2057400"/>
              <a:ext cx="969869" cy="1773332"/>
            </a:xfrm>
            <a:prstGeom prst="line">
              <a:avLst/>
            </a:prstGeom>
            <a:ln w="28575">
              <a:solidFill>
                <a:schemeClr val="accent2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F8BE836-76DA-6DC4-4714-19388B2C55FE}"/>
                </a:ext>
              </a:extLst>
            </p:cNvPr>
            <p:cNvCxnSpPr>
              <a:cxnSpLocks/>
              <a:stCxn id="2" idx="7"/>
            </p:cNvCxnSpPr>
            <p:nvPr/>
          </p:nvCxnSpPr>
          <p:spPr>
            <a:xfrm>
              <a:off x="6528155" y="3830732"/>
              <a:ext cx="0" cy="957241"/>
            </a:xfrm>
            <a:prstGeom prst="line">
              <a:avLst/>
            </a:prstGeom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A6BEE5C-4AB1-565D-2C75-2DE4761DFB58}"/>
                </a:ext>
              </a:extLst>
            </p:cNvPr>
            <p:cNvCxnSpPr>
              <a:cxnSpLocks/>
            </p:cNvCxnSpPr>
            <p:nvPr/>
          </p:nvCxnSpPr>
          <p:spPr>
            <a:xfrm>
              <a:off x="5558286" y="4800599"/>
              <a:ext cx="985389" cy="0"/>
            </a:xfrm>
            <a:prstGeom prst="line">
              <a:avLst/>
            </a:prstGeom>
            <a:ln w="28575">
              <a:solidFill>
                <a:srgbClr val="972FFF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4857B14-01BF-D534-1741-F2DBDB610A7D}"/>
                    </a:ext>
                  </a:extLst>
                </p:cNvPr>
                <p:cNvSpPr txBox="1"/>
                <p:nvPr/>
              </p:nvSpPr>
              <p:spPr>
                <a:xfrm>
                  <a:off x="5866251" y="3995625"/>
                  <a:ext cx="3161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4857B14-01BF-D534-1741-F2DBDB610A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6251" y="3995625"/>
                  <a:ext cx="31611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F2C3BC2-B826-4147-2C76-A3DAA82BF50C}"/>
                    </a:ext>
                  </a:extLst>
                </p:cNvPr>
                <p:cNvSpPr txBox="1"/>
                <p:nvPr/>
              </p:nvSpPr>
              <p:spPr>
                <a:xfrm>
                  <a:off x="6058355" y="2755827"/>
                  <a:ext cx="36099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oMath>
                    </m:oMathPara>
                  </a14:m>
                  <a:endParaRPr lang="en-US" b="1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F2C3BC2-B826-4147-2C76-A3DAA82BF5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58355" y="2755827"/>
                  <a:ext cx="36099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2DE341C-B8E1-915C-774F-3562E075240E}"/>
                    </a:ext>
                  </a:extLst>
                </p:cNvPr>
                <p:cNvSpPr txBox="1"/>
                <p:nvPr/>
              </p:nvSpPr>
              <p:spPr>
                <a:xfrm>
                  <a:off x="6482490" y="4130999"/>
                  <a:ext cx="10174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  <m:func>
                          <m:func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𝐬𝐢𝐧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2DE341C-B8E1-915C-774F-3562E07524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2490" y="4130999"/>
                  <a:ext cx="101745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91624F3-132C-2CC9-F7AC-EEDE66821AA4}"/>
                    </a:ext>
                  </a:extLst>
                </p:cNvPr>
                <p:cNvSpPr txBox="1"/>
                <p:nvPr/>
              </p:nvSpPr>
              <p:spPr>
                <a:xfrm>
                  <a:off x="5513314" y="4805024"/>
                  <a:ext cx="10511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972FFF"/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  <m:func>
                          <m:funcPr>
                            <m:ctrlPr>
                              <a:rPr lang="en-US" b="1" i="1" smtClean="0">
                                <a:solidFill>
                                  <a:srgbClr val="972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b="1" i="0" smtClean="0">
                                <a:solidFill>
                                  <a:srgbClr val="972FFF"/>
                                </a:solidFill>
                                <a:latin typeface="Cambria Math" panose="02040503050406030204" pitchFamily="18" charset="0"/>
                              </a:rPr>
                              <m:t>𝐜</m:t>
                            </m:r>
                            <m:r>
                              <a:rPr lang="en-US" b="1" i="1" smtClean="0">
                                <a:solidFill>
                                  <a:srgbClr val="972FFF"/>
                                </a:solidFill>
                                <a:latin typeface="Cambria Math" panose="02040503050406030204" pitchFamily="18" charset="0"/>
                              </a:rPr>
                              <m:t>𝒐𝒔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1" i="1" smtClean="0">
                                    <a:solidFill>
                                      <a:srgbClr val="972F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solidFill>
                                      <a:srgbClr val="972F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b="1" dirty="0">
                    <a:solidFill>
                      <a:srgbClr val="972FFF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91624F3-132C-2CC9-F7AC-EEDE66821A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3314" y="4805024"/>
                  <a:ext cx="1051122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285885E-DF12-2899-382B-1FF2342F012F}"/>
              </a:ext>
            </a:extLst>
          </p:cNvPr>
          <p:cNvCxnSpPr>
            <a:cxnSpLocks/>
          </p:cNvCxnSpPr>
          <p:nvPr/>
        </p:nvCxnSpPr>
        <p:spPr>
          <a:xfrm flipV="1">
            <a:off x="5810969" y="1414732"/>
            <a:ext cx="0" cy="2700067"/>
          </a:xfrm>
          <a:prstGeom prst="straightConnector1">
            <a:avLst/>
          </a:prstGeom>
          <a:ln w="19050">
            <a:solidFill>
              <a:srgbClr val="00B05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24D581-6EB4-73C6-EAA0-A9E8B5F971FC}"/>
                  </a:ext>
                </a:extLst>
              </p:cNvPr>
              <p:cNvSpPr txBox="1"/>
              <p:nvPr/>
            </p:nvSpPr>
            <p:spPr>
              <a:xfrm>
                <a:off x="5466003" y="2409262"/>
                <a:ext cx="344966" cy="3339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</m:acc>
                    </m:oMath>
                  </m:oMathPara>
                </a14:m>
                <a:endParaRPr lang="en-US" sz="14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324D581-6EB4-73C6-EAA0-A9E8B5F97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003" y="2409262"/>
                <a:ext cx="344966" cy="3339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AEA6024-6945-0F5B-7B65-B9F0D86708B9}"/>
                  </a:ext>
                </a:extLst>
              </p:cNvPr>
              <p:cNvSpPr txBox="1"/>
              <p:nvPr/>
            </p:nvSpPr>
            <p:spPr>
              <a:xfrm>
                <a:off x="5619249" y="1002267"/>
                <a:ext cx="3834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AEA6024-6945-0F5B-7B65-B9F0D8670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249" y="1002267"/>
                <a:ext cx="38343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D823DF-7E6B-EA66-B60E-14EA83718115}"/>
                  </a:ext>
                </a:extLst>
              </p:cNvPr>
              <p:cNvSpPr txBox="1"/>
              <p:nvPr/>
            </p:nvSpPr>
            <p:spPr>
              <a:xfrm>
                <a:off x="6789686" y="2927527"/>
                <a:ext cx="3978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D823DF-7E6B-EA66-B60E-14EA83718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9686" y="2927527"/>
                <a:ext cx="39786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28EE3B-5EB7-5E1B-9984-4A9B5B422783}"/>
                  </a:ext>
                </a:extLst>
              </p:cNvPr>
              <p:cNvSpPr txBox="1"/>
              <p:nvPr/>
            </p:nvSpPr>
            <p:spPr>
              <a:xfrm>
                <a:off x="5517006" y="4079405"/>
                <a:ext cx="3834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28EE3B-5EB7-5E1B-9984-4A9B5B422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006" y="4079405"/>
                <a:ext cx="38343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7739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E9D56EC-AF0F-6106-1DD0-B77DBA5D8474}"/>
              </a:ext>
            </a:extLst>
          </p:cNvPr>
          <p:cNvGrpSpPr/>
          <p:nvPr/>
        </p:nvGrpSpPr>
        <p:grpSpPr>
          <a:xfrm>
            <a:off x="2479898" y="2166702"/>
            <a:ext cx="6864546" cy="2927521"/>
            <a:chOff x="2479898" y="2166702"/>
            <a:chExt cx="6864546" cy="2927521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0D68857-732D-EE24-CA80-67CD92910B21}"/>
                </a:ext>
              </a:extLst>
            </p:cNvPr>
            <p:cNvGrpSpPr/>
            <p:nvPr/>
          </p:nvGrpSpPr>
          <p:grpSpPr>
            <a:xfrm>
              <a:off x="2863336" y="2166703"/>
              <a:ext cx="6465328" cy="2524594"/>
              <a:chOff x="1524000" y="2628025"/>
              <a:chExt cx="6465328" cy="2524594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A742F0D-5F87-BEBE-407B-4D5793C68D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24001" y="5152616"/>
                <a:ext cx="609599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20B95B82-E5FB-E6EA-BF7A-DCAE09CB70B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5464738" y="2997355"/>
                <a:ext cx="2155262" cy="2155262"/>
              </a:xfrm>
              <a:prstGeom prst="line">
                <a:avLst/>
              </a:prstGeom>
              <a:ln w="28575">
                <a:solidFill>
                  <a:srgbClr val="0070C0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AD29AD1F-D06D-6418-7EF7-5E329541EFF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416737" y="2104618"/>
                <a:ext cx="2155264" cy="3940738"/>
              </a:xfrm>
              <a:prstGeom prst="line">
                <a:avLst/>
              </a:prstGeom>
              <a:ln w="28575">
                <a:solidFill>
                  <a:schemeClr val="accent2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E98630B3-73D9-BD91-3344-080A3FEAB93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6528339" y="1933754"/>
                <a:ext cx="0" cy="2127202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15CE531-4AA5-7E1B-E968-A7D1C201D7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19998" y="2997352"/>
                <a:ext cx="2" cy="2155267"/>
              </a:xfrm>
              <a:prstGeom prst="line">
                <a:avLst/>
              </a:prstGeom>
              <a:ln w="28575">
                <a:solidFill>
                  <a:srgbClr val="972FFF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6B3BDA5D-5F81-DBF7-558D-BBA47CC28203}"/>
                      </a:ext>
                    </a:extLst>
                  </p:cNvPr>
                  <p:cNvSpPr txBox="1"/>
                  <p:nvPr/>
                </p:nvSpPr>
                <p:spPr>
                  <a:xfrm>
                    <a:off x="6095999" y="3890320"/>
                    <a:ext cx="316111" cy="369331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b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</m:oMath>
                      </m:oMathPara>
                    </a14:m>
                    <a:endParaRPr lang="en-US" b="1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6B3BDA5D-5F81-DBF7-558D-BBA47CC282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5999" y="3890320"/>
                    <a:ext cx="316111" cy="369331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9D3DD1E1-61C7-9142-97AB-4AF2A53176F7}"/>
                      </a:ext>
                    </a:extLst>
                  </p:cNvPr>
                  <p:cNvSpPr txBox="1"/>
                  <p:nvPr/>
                </p:nvSpPr>
                <p:spPr>
                  <a:xfrm>
                    <a:off x="3313870" y="3676425"/>
                    <a:ext cx="360996" cy="369331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b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oMath>
                      </m:oMathPara>
                    </a14:m>
                    <a:endParaRPr lang="en-US" b="1" dirty="0">
                      <a:solidFill>
                        <a:schemeClr val="accent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9D3DD1E1-61C7-9142-97AB-4AF2A53176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13870" y="3676425"/>
                    <a:ext cx="360996" cy="36933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03B513D6-9933-EC04-6608-4D85A93C4D29}"/>
                      </a:ext>
                    </a:extLst>
                  </p:cNvPr>
                  <p:cNvSpPr txBox="1"/>
                  <p:nvPr/>
                </p:nvSpPr>
                <p:spPr>
                  <a:xfrm>
                    <a:off x="6019610" y="2628025"/>
                    <a:ext cx="1017458" cy="369331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b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  <m:func>
                            <m:func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</m:func>
                        </m:oMath>
                      </m:oMathPara>
                    </a14:m>
                    <a:endParaRPr lang="en-US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03B513D6-9933-EC04-6608-4D85A93C4D2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19610" y="2628025"/>
                    <a:ext cx="1017458" cy="36933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101F2114-753E-0393-6422-07082D438BB0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7279102" y="3861090"/>
                    <a:ext cx="1051122" cy="369331"/>
                  </a:xfrm>
                  <a:prstGeom prst="rect">
                    <a:avLst/>
                  </a:prstGeom>
                  <a:noFill/>
                </p:spPr>
                <p:txBody>
                  <a:bodyPr wrap="none" rtlCol="0" anchor="b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rgbClr val="972FFF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  <m:func>
                            <m:funcPr>
                              <m:ctrlPr>
                                <a:rPr lang="en-US" b="1" i="1" smtClean="0">
                                  <a:solidFill>
                                    <a:srgbClr val="972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b="1" i="0" smtClean="0">
                                  <a:solidFill>
                                    <a:srgbClr val="972FFF"/>
                                  </a:solidFill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  <m:r>
                                <a:rPr lang="en-US" b="1" i="1" smtClean="0">
                                  <a:solidFill>
                                    <a:srgbClr val="972FFF"/>
                                  </a:solidFill>
                                  <a:latin typeface="Cambria Math" panose="02040503050406030204" pitchFamily="18" charset="0"/>
                                </a:rPr>
                                <m:t>𝒐𝒔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1" i="1" smtClean="0">
                                      <a:solidFill>
                                        <a:srgbClr val="972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solidFill>
                                        <a:srgbClr val="972F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</m:func>
                        </m:oMath>
                      </m:oMathPara>
                    </a14:m>
                    <a:endParaRPr lang="en-US" b="1" dirty="0">
                      <a:solidFill>
                        <a:srgbClr val="972F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101F2114-753E-0393-6422-07082D438B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7279102" y="3861090"/>
                    <a:ext cx="1051122" cy="36933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179C4033-B3AC-686F-79A3-6CA50A18AB21}"/>
                      </a:ext>
                    </a:extLst>
                  </p:cNvPr>
                  <p:cNvSpPr txBox="1"/>
                  <p:nvPr/>
                </p:nvSpPr>
                <p:spPr>
                  <a:xfrm>
                    <a:off x="5673400" y="2997352"/>
                    <a:ext cx="92685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𝟗𝟎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oMath>
                      </m:oMathPara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179C4033-B3AC-686F-79A3-6CA50A18AB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73400" y="2997352"/>
                    <a:ext cx="926857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1D13810-D94C-23DA-2313-14EC5370D0D1}"/>
                    </a:ext>
                  </a:extLst>
                </p:cNvPr>
                <p:cNvSpPr txBox="1"/>
                <p:nvPr/>
              </p:nvSpPr>
              <p:spPr>
                <a:xfrm>
                  <a:off x="8593946" y="4109995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1D13810-D94C-23DA-2313-14EC5370D0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3946" y="4109995"/>
                  <a:ext cx="37542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25836CFB-229B-0232-0242-3E4056F17A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63336" y="4691294"/>
              <a:ext cx="6067940" cy="0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DCDF333-26EE-30A3-6093-DEF9C339C4C0}"/>
                    </a:ext>
                  </a:extLst>
                </p:cNvPr>
                <p:cNvSpPr txBox="1"/>
                <p:nvPr/>
              </p:nvSpPr>
              <p:spPr>
                <a:xfrm>
                  <a:off x="5716411" y="4691292"/>
                  <a:ext cx="389850" cy="4029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</m:acc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DCDF333-26EE-30A3-6093-DEF9C339C4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6411" y="4691292"/>
                  <a:ext cx="389850" cy="4029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28E6295-595F-9931-67F2-1508CB010F71}"/>
                    </a:ext>
                  </a:extLst>
                </p:cNvPr>
                <p:cNvSpPr txBox="1"/>
                <p:nvPr/>
              </p:nvSpPr>
              <p:spPr>
                <a:xfrm>
                  <a:off x="2479898" y="4506632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28E6295-595F-9931-67F2-1508CB010F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9898" y="4506632"/>
                  <a:ext cx="383438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5D2791B-251E-C574-3ECF-BED73E74D6E8}"/>
                    </a:ext>
                  </a:extLst>
                </p:cNvPr>
                <p:cNvSpPr txBox="1"/>
                <p:nvPr/>
              </p:nvSpPr>
              <p:spPr>
                <a:xfrm>
                  <a:off x="6610684" y="2166702"/>
                  <a:ext cx="3978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5D2791B-251E-C574-3ECF-BED73E74D6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0684" y="2166702"/>
                  <a:ext cx="397865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815AB31-5561-5F4A-5CF7-55926AE9ADAB}"/>
                    </a:ext>
                  </a:extLst>
                </p:cNvPr>
                <p:cNvSpPr txBox="1"/>
                <p:nvPr/>
              </p:nvSpPr>
              <p:spPr>
                <a:xfrm>
                  <a:off x="8961006" y="4506626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815AB31-5561-5F4A-5CF7-55926AE9AD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61006" y="4506626"/>
                  <a:ext cx="383438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63945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60D08-C868-D4EC-044A-E1CB1BB2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C60BD6-9802-9662-791C-120DC94F1425}"/>
              </a:ext>
            </a:extLst>
          </p:cNvPr>
          <p:cNvGrpSpPr/>
          <p:nvPr/>
        </p:nvGrpSpPr>
        <p:grpSpPr>
          <a:xfrm>
            <a:off x="2479898" y="2166702"/>
            <a:ext cx="6864546" cy="2928408"/>
            <a:chOff x="2479898" y="2166702"/>
            <a:chExt cx="6864546" cy="2928408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670B13D-4249-D607-763C-310BF262C7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63337" y="4691294"/>
              <a:ext cx="609599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6BF9211-2EAF-8C53-D64C-327B3D6AE196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6804074" y="2536033"/>
              <a:ext cx="2155262" cy="2155262"/>
            </a:xfrm>
            <a:prstGeom prst="line">
              <a:avLst/>
            </a:prstGeom>
            <a:ln w="28575">
              <a:solidFill>
                <a:srgbClr val="0070C0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2052F76-970C-10CE-C69D-55BA3D69F46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756073" y="1643296"/>
              <a:ext cx="2155264" cy="3940738"/>
            </a:xfrm>
            <a:prstGeom prst="line">
              <a:avLst/>
            </a:prstGeom>
            <a:ln w="28575">
              <a:solidFill>
                <a:schemeClr val="accent2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AD3519D-9DF8-68AD-9679-D9285549216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867675" y="3627693"/>
              <a:ext cx="0" cy="2127202"/>
            </a:xfrm>
            <a:prstGeom prst="line">
              <a:avLst/>
            </a:prstGeom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3E1BC82-716C-BDBF-F43C-109565394B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8468" y="2536030"/>
              <a:ext cx="2" cy="2155267"/>
            </a:xfrm>
            <a:prstGeom prst="line">
              <a:avLst/>
            </a:prstGeom>
            <a:ln w="28575">
              <a:solidFill>
                <a:srgbClr val="972FFF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AEEA715-A7B0-3E7A-959A-553E2F614E4F}"/>
                    </a:ext>
                  </a:extLst>
                </p:cNvPr>
                <p:cNvSpPr txBox="1"/>
                <p:nvPr/>
              </p:nvSpPr>
              <p:spPr>
                <a:xfrm>
                  <a:off x="7435335" y="3428998"/>
                  <a:ext cx="316111" cy="369331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AEEA715-A7B0-3E7A-959A-553E2F614E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5335" y="3428998"/>
                  <a:ext cx="316111" cy="36933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525126C-8FB5-DA94-5BFD-6924551F216D}"/>
                    </a:ext>
                  </a:extLst>
                </p:cNvPr>
                <p:cNvSpPr txBox="1"/>
                <p:nvPr/>
              </p:nvSpPr>
              <p:spPr>
                <a:xfrm>
                  <a:off x="4653206" y="3215103"/>
                  <a:ext cx="360996" cy="369331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oMath>
                    </m:oMathPara>
                  </a14:m>
                  <a:endParaRPr lang="en-US" b="1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525126C-8FB5-DA94-5BFD-6924551F21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3206" y="3215103"/>
                  <a:ext cx="360996" cy="3693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8C1408F-2AC3-48E7-AC66-986E044C6358}"/>
                    </a:ext>
                  </a:extLst>
                </p:cNvPr>
                <p:cNvSpPr txBox="1"/>
                <p:nvPr/>
              </p:nvSpPr>
              <p:spPr>
                <a:xfrm>
                  <a:off x="7358946" y="4691288"/>
                  <a:ext cx="1017458" cy="369331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  <m:func>
                          <m:funcPr>
                            <m:ctrlPr>
                              <a:rPr lang="en-US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𝐬𝐢𝐧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8C1408F-2AC3-48E7-AC66-986E044C63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8946" y="4691288"/>
                  <a:ext cx="1017458" cy="3693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FF5C883-9EC5-CEE5-9333-02D8E745F34C}"/>
                    </a:ext>
                  </a:extLst>
                </p:cNvPr>
                <p:cNvSpPr txBox="1"/>
                <p:nvPr/>
              </p:nvSpPr>
              <p:spPr>
                <a:xfrm rot="16200000">
                  <a:off x="6467573" y="3555998"/>
                  <a:ext cx="1051122" cy="369331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972FFF"/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  <m:func>
                          <m:funcPr>
                            <m:ctrlPr>
                              <a:rPr lang="en-US" b="1" i="1" smtClean="0">
                                <a:solidFill>
                                  <a:srgbClr val="972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b="1" i="0" smtClean="0">
                                <a:solidFill>
                                  <a:srgbClr val="972FFF"/>
                                </a:solidFill>
                                <a:latin typeface="Cambria Math" panose="02040503050406030204" pitchFamily="18" charset="0"/>
                              </a:rPr>
                              <m:t>𝐜</m:t>
                            </m:r>
                            <m:r>
                              <a:rPr lang="en-US" b="1" i="1" smtClean="0">
                                <a:solidFill>
                                  <a:srgbClr val="972FFF"/>
                                </a:solidFill>
                                <a:latin typeface="Cambria Math" panose="02040503050406030204" pitchFamily="18" charset="0"/>
                              </a:rPr>
                              <m:t>𝒐𝒔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1" i="1" smtClean="0">
                                    <a:solidFill>
                                      <a:srgbClr val="972F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solidFill>
                                      <a:srgbClr val="972F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b="1" dirty="0">
                    <a:solidFill>
                      <a:srgbClr val="972FFF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FF5C883-9EC5-CEE5-9333-02D8E745F3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6467573" y="3555998"/>
                  <a:ext cx="1051122" cy="3693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555F040-BA96-C10D-4184-31F0B9AD006E}"/>
                    </a:ext>
                  </a:extLst>
                </p:cNvPr>
                <p:cNvSpPr txBox="1"/>
                <p:nvPr/>
              </p:nvSpPr>
              <p:spPr>
                <a:xfrm>
                  <a:off x="6791497" y="2811281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555F040-BA96-C10D-4184-31F0B9AD00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1497" y="2811281"/>
                  <a:ext cx="375424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D42061AF-5AF4-92A0-9344-8586D0EA5A89}"/>
                    </a:ext>
                  </a:extLst>
                </p:cNvPr>
                <p:cNvSpPr txBox="1"/>
                <p:nvPr/>
              </p:nvSpPr>
              <p:spPr>
                <a:xfrm rot="16200000">
                  <a:off x="6365641" y="3555997"/>
                  <a:ext cx="468333" cy="369332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972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972FFF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972FFF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rgbClr val="972FFF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D42061AF-5AF4-92A0-9344-8586D0EA5A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6365641" y="3555997"/>
                  <a:ext cx="46833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2A0A100-4F27-DCA3-0288-974EFF23B7FD}"/>
                </a:ext>
              </a:extLst>
            </p:cNvPr>
            <p:cNvCxnSpPr>
              <a:cxnSpLocks/>
            </p:cNvCxnSpPr>
            <p:nvPr/>
          </p:nvCxnSpPr>
          <p:spPr>
            <a:xfrm>
              <a:off x="2861140" y="4691292"/>
              <a:ext cx="3947326" cy="0"/>
            </a:xfrm>
            <a:prstGeom prst="line">
              <a:avLst/>
            </a:prstGeom>
            <a:ln w="28575">
              <a:solidFill>
                <a:srgbClr val="FFC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6E950CD-FA59-0620-DE8B-797FFBFCE439}"/>
                    </a:ext>
                  </a:extLst>
                </p:cNvPr>
                <p:cNvSpPr txBox="1"/>
                <p:nvPr/>
              </p:nvSpPr>
              <p:spPr>
                <a:xfrm>
                  <a:off x="4778432" y="4700322"/>
                  <a:ext cx="471539" cy="394788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oMath>
                    </m:oMathPara>
                  </a14:m>
                  <a:endParaRPr lang="en-US" b="1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06E950CD-FA59-0620-DE8B-797FFBFCE4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8432" y="4700322"/>
                  <a:ext cx="471539" cy="394788"/>
                </a:xfrm>
                <a:prstGeom prst="rect">
                  <a:avLst/>
                </a:prstGeom>
                <a:blipFill>
                  <a:blip r:embed="rId9"/>
                  <a:stretch>
                    <a:fillRect b="-46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0A8CAF3-B1ED-C481-7FBE-A9D85F4C129E}"/>
                    </a:ext>
                  </a:extLst>
                </p:cNvPr>
                <p:cNvSpPr txBox="1"/>
                <p:nvPr/>
              </p:nvSpPr>
              <p:spPr>
                <a:xfrm>
                  <a:off x="7826905" y="4356447"/>
                  <a:ext cx="92685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𝟗𝟎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0A8CAF3-B1ED-C481-7FBE-A9D85F4C12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6905" y="4356447"/>
                  <a:ext cx="926857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605E848-2165-E7B8-8367-1C98491D518C}"/>
                    </a:ext>
                  </a:extLst>
                </p:cNvPr>
                <p:cNvSpPr txBox="1"/>
                <p:nvPr/>
              </p:nvSpPr>
              <p:spPr>
                <a:xfrm>
                  <a:off x="6351377" y="2778933"/>
                  <a:ext cx="3882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605E848-2165-E7B8-8367-1C98491D51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1377" y="2778933"/>
                  <a:ext cx="388247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7CC453C-2525-318A-969B-0D77FF301CC6}"/>
                    </a:ext>
                  </a:extLst>
                </p:cNvPr>
                <p:cNvSpPr txBox="1"/>
                <p:nvPr/>
              </p:nvSpPr>
              <p:spPr>
                <a:xfrm>
                  <a:off x="3392516" y="4321956"/>
                  <a:ext cx="3882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7CC453C-2525-318A-969B-0D77FF301C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2516" y="4321956"/>
                  <a:ext cx="38824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9650F89-8CF1-B18D-AB56-0A6FD6ECBE88}"/>
                    </a:ext>
                  </a:extLst>
                </p:cNvPr>
                <p:cNvSpPr txBox="1"/>
                <p:nvPr/>
              </p:nvSpPr>
              <p:spPr>
                <a:xfrm>
                  <a:off x="2479898" y="4506632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C9650F89-8CF1-B18D-AB56-0A6FD6ECBE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9898" y="4506632"/>
                  <a:ext cx="383438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D464F73-672F-A015-4B4B-305A34CB1DAE}"/>
                    </a:ext>
                  </a:extLst>
                </p:cNvPr>
                <p:cNvSpPr txBox="1"/>
                <p:nvPr/>
              </p:nvSpPr>
              <p:spPr>
                <a:xfrm>
                  <a:off x="6610684" y="2166702"/>
                  <a:ext cx="3978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D464F73-672F-A015-4B4B-305A34CB1D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0684" y="2166702"/>
                  <a:ext cx="397865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38581A9-2704-E0C8-D693-BF321866E6A2}"/>
                    </a:ext>
                  </a:extLst>
                </p:cNvPr>
                <p:cNvSpPr txBox="1"/>
                <p:nvPr/>
              </p:nvSpPr>
              <p:spPr>
                <a:xfrm>
                  <a:off x="8961006" y="4506626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38581A9-2704-E0C8-D693-BF321866E6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61006" y="4506626"/>
                  <a:ext cx="383438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13164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E8F3707-4678-F24F-45CF-E720B56397AD}"/>
              </a:ext>
            </a:extLst>
          </p:cNvPr>
          <p:cNvGrpSpPr/>
          <p:nvPr/>
        </p:nvGrpSpPr>
        <p:grpSpPr>
          <a:xfrm>
            <a:off x="4834605" y="527814"/>
            <a:ext cx="3442053" cy="5753488"/>
            <a:chOff x="4834605" y="527814"/>
            <a:chExt cx="3442053" cy="5753488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D0B7C47D-527B-090D-6D9F-E054C2F86721}"/>
                </a:ext>
              </a:extLst>
            </p:cNvPr>
            <p:cNvCxnSpPr>
              <a:cxnSpLocks/>
            </p:cNvCxnSpPr>
            <p:nvPr/>
          </p:nvCxnSpPr>
          <p:spPr>
            <a:xfrm>
              <a:off x="5026325" y="897147"/>
              <a:ext cx="2852467" cy="3743864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C0E1E3B-1B70-796F-8DCD-401A57E20610}"/>
                </a:ext>
              </a:extLst>
            </p:cNvPr>
            <p:cNvCxnSpPr>
              <a:cxnSpLocks/>
            </p:cNvCxnSpPr>
            <p:nvPr/>
          </p:nvCxnSpPr>
          <p:spPr>
            <a:xfrm>
              <a:off x="5026325" y="897147"/>
              <a:ext cx="1483743" cy="5014823"/>
            </a:xfrm>
            <a:prstGeom prst="line">
              <a:avLst/>
            </a:prstGeom>
            <a:ln w="28575">
              <a:solidFill>
                <a:srgbClr val="00B05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8793862-518F-F36B-D55E-15A8B9C90E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10068" y="4641011"/>
              <a:ext cx="1368724" cy="1270959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D0CBFCD-C975-79B3-8929-84096DF2D9DB}"/>
                </a:ext>
              </a:extLst>
            </p:cNvPr>
            <p:cNvCxnSpPr>
              <a:cxnSpLocks/>
            </p:cNvCxnSpPr>
            <p:nvPr/>
          </p:nvCxnSpPr>
          <p:spPr>
            <a:xfrm>
              <a:off x="5026325" y="897147"/>
              <a:ext cx="0" cy="5014823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74185C3-F41B-0BCA-4A18-7A3EB9FD54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6324" y="5911970"/>
              <a:ext cx="1483744" cy="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DD2F695-47FC-D71F-CA54-6FFF49826D1C}"/>
                    </a:ext>
                  </a:extLst>
                </p:cNvPr>
                <p:cNvSpPr txBox="1"/>
                <p:nvPr/>
              </p:nvSpPr>
              <p:spPr>
                <a:xfrm>
                  <a:off x="4834605" y="527814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DD2F695-47FC-D71F-CA54-6FFF49826D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4605" y="527814"/>
                  <a:ext cx="383438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37CFC6B9-7DF8-8DF6-E524-FF761B34B8C6}"/>
                    </a:ext>
                  </a:extLst>
                </p:cNvPr>
                <p:cNvSpPr txBox="1"/>
                <p:nvPr/>
              </p:nvSpPr>
              <p:spPr>
                <a:xfrm>
                  <a:off x="7878793" y="4383534"/>
                  <a:ext cx="3978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37CFC6B9-7DF8-8DF6-E524-FF761B34B8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78793" y="4383534"/>
                  <a:ext cx="397865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A42348B0-0F4F-71EA-6284-7C4B609B65C6}"/>
                    </a:ext>
                  </a:extLst>
                </p:cNvPr>
                <p:cNvSpPr txBox="1"/>
                <p:nvPr/>
              </p:nvSpPr>
              <p:spPr>
                <a:xfrm>
                  <a:off x="6318350" y="5911970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A42348B0-0F4F-71EA-6284-7C4B609B65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8350" y="5911970"/>
                  <a:ext cx="38343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DFDAFAD7-93E8-2FE6-82EE-7B03FC309D7A}"/>
                    </a:ext>
                  </a:extLst>
                </p:cNvPr>
                <p:cNvSpPr txBox="1"/>
                <p:nvPr/>
              </p:nvSpPr>
              <p:spPr>
                <a:xfrm>
                  <a:off x="6096000" y="5542637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𝜶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DFDAFAD7-93E8-2FE6-82EE-7B03FC309D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5542637"/>
                  <a:ext cx="38343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148092D-0229-71AA-9345-7C430A298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07193" y="4994694"/>
              <a:ext cx="0" cy="914400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0AF47A3-5E4A-365E-70B9-4043E6A855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07193" y="5909094"/>
              <a:ext cx="914400" cy="575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39D4A59-7B87-6C10-1388-01E18856ABF8}"/>
                    </a:ext>
                  </a:extLst>
                </p:cNvPr>
                <p:cNvSpPr txBox="1"/>
                <p:nvPr/>
              </p:nvSpPr>
              <p:spPr>
                <a:xfrm>
                  <a:off x="6738668" y="5539762"/>
                  <a:ext cx="3834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39D4A59-7B87-6C10-1388-01E18856AB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8668" y="5539762"/>
                  <a:ext cx="38343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EDD62CD5-B901-328E-ED71-B1D4DFE28037}"/>
                    </a:ext>
                  </a:extLst>
                </p:cNvPr>
                <p:cNvSpPr txBox="1"/>
                <p:nvPr/>
              </p:nvSpPr>
              <p:spPr>
                <a:xfrm>
                  <a:off x="6452558" y="2584414"/>
                  <a:ext cx="360996" cy="369331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oMath>
                    </m:oMathPara>
                  </a14:m>
                  <a:endParaRPr lang="en-US" b="1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EDD62CD5-B901-328E-ED71-B1D4DFE280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2558" y="2584414"/>
                  <a:ext cx="360996" cy="3693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339B970-5D58-FD2C-B237-D2E0C5FAFF26}"/>
                    </a:ext>
                  </a:extLst>
                </p:cNvPr>
                <p:cNvSpPr txBox="1"/>
                <p:nvPr/>
              </p:nvSpPr>
              <p:spPr>
                <a:xfrm>
                  <a:off x="7263537" y="5090387"/>
                  <a:ext cx="316111" cy="369331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339B970-5D58-FD2C-B237-D2E0C5FAFF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3537" y="5090387"/>
                  <a:ext cx="316111" cy="3693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703FD799-F0A4-39ED-4B7A-3E3ACF1E578B}"/>
                    </a:ext>
                  </a:extLst>
                </p:cNvPr>
                <p:cNvSpPr txBox="1"/>
                <p:nvPr/>
              </p:nvSpPr>
              <p:spPr>
                <a:xfrm>
                  <a:off x="5378346" y="3227534"/>
                  <a:ext cx="389850" cy="4029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e>
                        </m:acc>
                      </m:oMath>
                    </m:oMathPara>
                  </a14:m>
                  <a:endParaRPr lang="en-US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703FD799-F0A4-39ED-4B7A-3E3ACF1E57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8346" y="3227534"/>
                  <a:ext cx="389850" cy="4029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99027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84</Words>
  <Application>Microsoft Office PowerPoint</Application>
  <PresentationFormat>Widescreen</PresentationFormat>
  <Paragraphs>72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Andres Flores</dc:creator>
  <cp:lastModifiedBy>Andres Flores</cp:lastModifiedBy>
  <cp:revision>1</cp:revision>
  <dcterms:created xsi:type="dcterms:W3CDTF">2026-04-25T05:43:33Z</dcterms:created>
  <dcterms:modified xsi:type="dcterms:W3CDTF">2026-05-24T02:45:11Z</dcterms:modified>
</cp:coreProperties>
</file>